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26"/>
            <a:ext cx="2851530" cy="6857873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82880" cy="6858000"/>
          </a:xfrm>
          <a:custGeom>
            <a:avLst/>
            <a:gdLst/>
            <a:ahLst/>
            <a:cxnLst/>
            <a:rect l="l" t="t" r="r" b="b"/>
            <a:pathLst>
              <a:path w="182880" h="6858000">
                <a:moveTo>
                  <a:pt x="182880" y="0"/>
                </a:moveTo>
                <a:lnTo>
                  <a:pt x="0" y="0"/>
                </a:lnTo>
                <a:lnTo>
                  <a:pt x="0" y="6858000"/>
                </a:lnTo>
                <a:lnTo>
                  <a:pt x="182880" y="6858000"/>
                </a:lnTo>
                <a:lnTo>
                  <a:pt x="182880" y="0"/>
                </a:lnTo>
                <a:close/>
              </a:path>
            </a:pathLst>
          </a:custGeom>
          <a:solidFill>
            <a:srgbClr val="17406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0" y="4323841"/>
            <a:ext cx="1742439" cy="778510"/>
          </a:xfrm>
          <a:custGeom>
            <a:avLst/>
            <a:gdLst/>
            <a:ahLst/>
            <a:cxnLst/>
            <a:rect l="l" t="t" r="r" b="b"/>
            <a:pathLst>
              <a:path w="1742439" h="778510">
                <a:moveTo>
                  <a:pt x="1345946" y="0"/>
                </a:moveTo>
                <a:lnTo>
                  <a:pt x="0" y="0"/>
                </a:lnTo>
                <a:lnTo>
                  <a:pt x="0" y="778509"/>
                </a:lnTo>
                <a:lnTo>
                  <a:pt x="1345946" y="778509"/>
                </a:lnTo>
                <a:lnTo>
                  <a:pt x="1355637" y="777704"/>
                </a:lnTo>
                <a:lnTo>
                  <a:pt x="1363567" y="775588"/>
                </a:lnTo>
                <a:lnTo>
                  <a:pt x="1369734" y="772616"/>
                </a:lnTo>
                <a:lnTo>
                  <a:pt x="1374140" y="769238"/>
                </a:lnTo>
                <a:lnTo>
                  <a:pt x="1374140" y="764539"/>
                </a:lnTo>
                <a:lnTo>
                  <a:pt x="1378839" y="764539"/>
                </a:lnTo>
                <a:lnTo>
                  <a:pt x="1735327" y="408050"/>
                </a:lnTo>
                <a:lnTo>
                  <a:pt x="1740542" y="399460"/>
                </a:lnTo>
                <a:lnTo>
                  <a:pt x="1742281" y="388667"/>
                </a:lnTo>
                <a:lnTo>
                  <a:pt x="1740542" y="376993"/>
                </a:lnTo>
                <a:lnTo>
                  <a:pt x="1735327" y="365759"/>
                </a:lnTo>
                <a:lnTo>
                  <a:pt x="1378839" y="14096"/>
                </a:lnTo>
                <a:lnTo>
                  <a:pt x="1378839" y="9397"/>
                </a:lnTo>
                <a:lnTo>
                  <a:pt x="1374140" y="9397"/>
                </a:lnTo>
                <a:lnTo>
                  <a:pt x="1369734" y="5947"/>
                </a:lnTo>
                <a:lnTo>
                  <a:pt x="1363567" y="2936"/>
                </a:lnTo>
                <a:lnTo>
                  <a:pt x="1355637" y="807"/>
                </a:lnTo>
                <a:lnTo>
                  <a:pt x="1345946" y="0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63570" y="2346401"/>
            <a:ext cx="3054350" cy="8489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09DD9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9DD9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9DD9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9DD9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126"/>
            <a:ext cx="2851530" cy="6857873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82880" cy="6858000"/>
          </a:xfrm>
          <a:custGeom>
            <a:avLst/>
            <a:gdLst/>
            <a:ahLst/>
            <a:cxnLst/>
            <a:rect l="l" t="t" r="r" b="b"/>
            <a:pathLst>
              <a:path w="182880" h="6858000">
                <a:moveTo>
                  <a:pt x="182880" y="0"/>
                </a:moveTo>
                <a:lnTo>
                  <a:pt x="0" y="0"/>
                </a:lnTo>
                <a:lnTo>
                  <a:pt x="0" y="6858000"/>
                </a:lnTo>
                <a:lnTo>
                  <a:pt x="182880" y="6858000"/>
                </a:lnTo>
                <a:lnTo>
                  <a:pt x="182880" y="0"/>
                </a:lnTo>
                <a:close/>
              </a:path>
            </a:pathLst>
          </a:custGeom>
          <a:solidFill>
            <a:srgbClr val="17406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0" y="714375"/>
            <a:ext cx="1591945" cy="507365"/>
          </a:xfrm>
          <a:custGeom>
            <a:avLst/>
            <a:gdLst/>
            <a:ahLst/>
            <a:cxnLst/>
            <a:rect l="l" t="t" r="r" b="b"/>
            <a:pathLst>
              <a:path w="1591945" h="507365">
                <a:moveTo>
                  <a:pt x="0" y="0"/>
                </a:moveTo>
                <a:lnTo>
                  <a:pt x="0" y="503820"/>
                </a:lnTo>
                <a:lnTo>
                  <a:pt x="1245438" y="507238"/>
                </a:lnTo>
                <a:lnTo>
                  <a:pt x="1345692" y="507238"/>
                </a:lnTo>
                <a:lnTo>
                  <a:pt x="1351915" y="500888"/>
                </a:lnTo>
                <a:lnTo>
                  <a:pt x="1353820" y="499363"/>
                </a:lnTo>
                <a:lnTo>
                  <a:pt x="1584325" y="268859"/>
                </a:lnTo>
                <a:lnTo>
                  <a:pt x="1589611" y="261695"/>
                </a:lnTo>
                <a:lnTo>
                  <a:pt x="1591373" y="254508"/>
                </a:lnTo>
                <a:lnTo>
                  <a:pt x="1589611" y="247320"/>
                </a:lnTo>
                <a:lnTo>
                  <a:pt x="1584325" y="240157"/>
                </a:lnTo>
                <a:lnTo>
                  <a:pt x="1355344" y="11302"/>
                </a:lnTo>
                <a:lnTo>
                  <a:pt x="1350391" y="11302"/>
                </a:lnTo>
                <a:lnTo>
                  <a:pt x="1350391" y="6476"/>
                </a:lnTo>
                <a:lnTo>
                  <a:pt x="1345692" y="6476"/>
                </a:lnTo>
                <a:lnTo>
                  <a:pt x="1340993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71952" y="641680"/>
            <a:ext cx="4606925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09DD9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68270" y="2075814"/>
            <a:ext cx="8736330" cy="36569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image" Target="../media/image1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Relationship Id="rId11" Type="http://schemas.openxmlformats.org/officeDocument/2006/relationships/image" Target="../media/image37.png"/><Relationship Id="rId12" Type="http://schemas.openxmlformats.org/officeDocument/2006/relationships/image" Target="../media/image38.png"/><Relationship Id="rId13" Type="http://schemas.openxmlformats.org/officeDocument/2006/relationships/image" Target="../media/image39.png"/><Relationship Id="rId14" Type="http://schemas.openxmlformats.org/officeDocument/2006/relationships/image" Target="../media/image40.png"/><Relationship Id="rId15" Type="http://schemas.openxmlformats.org/officeDocument/2006/relationships/image" Target="../media/image41.png"/><Relationship Id="rId16" Type="http://schemas.openxmlformats.org/officeDocument/2006/relationships/image" Target="../media/image42.png"/><Relationship Id="rId17" Type="http://schemas.openxmlformats.org/officeDocument/2006/relationships/image" Target="../media/image43.png"/><Relationship Id="rId18" Type="http://schemas.openxmlformats.org/officeDocument/2006/relationships/image" Target="../media/image44.png"/><Relationship Id="rId19" Type="http://schemas.openxmlformats.org/officeDocument/2006/relationships/image" Target="../media/image45.png"/><Relationship Id="rId20" Type="http://schemas.openxmlformats.org/officeDocument/2006/relationships/image" Target="../media/image46.png"/><Relationship Id="rId21" Type="http://schemas.openxmlformats.org/officeDocument/2006/relationships/image" Target="../media/image47.png"/><Relationship Id="rId22" Type="http://schemas.openxmlformats.org/officeDocument/2006/relationships/image" Target="../media/image48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>
                <a:solidFill>
                  <a:srgbClr val="0076A2"/>
                </a:solidFill>
              </a:rPr>
              <a:t>FED </a:t>
            </a:r>
            <a:r>
              <a:rPr dirty="0" sz="5400" spc="-20">
                <a:solidFill>
                  <a:srgbClr val="0076A2"/>
                </a:solidFill>
              </a:rPr>
              <a:t>B#03</a:t>
            </a:r>
            <a:endParaRPr sz="5400"/>
          </a:p>
        </p:txBody>
      </p:sp>
      <p:sp>
        <p:nvSpPr>
          <p:cNvPr id="3" name="object 3" descr=""/>
          <p:cNvSpPr txBox="1"/>
          <p:nvPr/>
        </p:nvSpPr>
        <p:spPr>
          <a:xfrm>
            <a:off x="3163570" y="4601717"/>
            <a:ext cx="15500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0076A2"/>
                </a:solidFill>
                <a:latin typeface="Times New Roman"/>
                <a:cs typeface="Times New Roman"/>
              </a:rPr>
              <a:t>Flex</a:t>
            </a:r>
            <a:r>
              <a:rPr dirty="0" sz="3200" spc="-15" b="1">
                <a:solidFill>
                  <a:srgbClr val="0076A2"/>
                </a:solidFill>
                <a:latin typeface="Times New Roman"/>
                <a:cs typeface="Times New Roman"/>
              </a:rPr>
              <a:t> </a:t>
            </a:r>
            <a:r>
              <a:rPr dirty="0" sz="3200" spc="-25" b="1">
                <a:solidFill>
                  <a:srgbClr val="0076A2"/>
                </a:solidFill>
                <a:latin typeface="Times New Roman"/>
                <a:cs typeface="Times New Roman"/>
              </a:rPr>
              <a:t>Box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0">
                <a:solidFill>
                  <a:srgbClr val="0076A2"/>
                </a:solidFill>
                <a:latin typeface="Times New Roman"/>
                <a:cs typeface="Times New Roman"/>
              </a:rPr>
              <a:t>CSS</a:t>
            </a:r>
            <a:r>
              <a:rPr dirty="0" spc="-25" b="0">
                <a:solidFill>
                  <a:srgbClr val="0076A2"/>
                </a:solidFill>
                <a:latin typeface="Times New Roman"/>
                <a:cs typeface="Times New Roman"/>
              </a:rPr>
              <a:t> </a:t>
            </a:r>
            <a:r>
              <a:rPr dirty="0" b="0">
                <a:solidFill>
                  <a:srgbClr val="0076A2"/>
                </a:solidFill>
                <a:latin typeface="Times New Roman"/>
                <a:cs typeface="Times New Roman"/>
              </a:rPr>
              <a:t>Layouts</a:t>
            </a:r>
            <a:r>
              <a:rPr dirty="0" spc="-60" b="0">
                <a:solidFill>
                  <a:srgbClr val="0076A2"/>
                </a:solidFill>
                <a:latin typeface="Times New Roman"/>
                <a:cs typeface="Times New Roman"/>
              </a:rPr>
              <a:t> </a:t>
            </a:r>
            <a:r>
              <a:rPr dirty="0" spc="-25" b="0">
                <a:solidFill>
                  <a:srgbClr val="0076A2"/>
                </a:solidFill>
                <a:latin typeface="Times New Roman"/>
                <a:cs typeface="Times New Roman"/>
              </a:rPr>
              <a:t>Techniques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668270" y="2033142"/>
            <a:ext cx="1721485" cy="1630680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354965" algn="l"/>
              </a:tabLst>
            </a:pPr>
            <a:r>
              <a:rPr dirty="0" sz="1800" spc="3690">
                <a:solidFill>
                  <a:srgbClr val="0E6EC5"/>
                </a:solidFill>
                <a:latin typeface="Microsoft Sans Serif"/>
                <a:cs typeface="Microsoft Sans Serif"/>
              </a:rPr>
              <a:t>🠶</a:t>
            </a:r>
            <a:r>
              <a:rPr dirty="0" sz="1800">
                <a:solidFill>
                  <a:srgbClr val="0E6EC5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404040"/>
                </a:solidFill>
                <a:latin typeface="Times New Roman"/>
                <a:cs typeface="Times New Roman"/>
              </a:rPr>
              <a:t>Float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dirty="0" sz="1800" spc="3690">
                <a:solidFill>
                  <a:srgbClr val="0E6EC5"/>
                </a:solidFill>
                <a:latin typeface="Microsoft Sans Serif"/>
                <a:cs typeface="Microsoft Sans Serif"/>
              </a:rPr>
              <a:t>🠶</a:t>
            </a:r>
            <a:r>
              <a:rPr dirty="0" sz="1800">
                <a:solidFill>
                  <a:srgbClr val="0E6EC5"/>
                </a:solidFill>
                <a:latin typeface="Microsoft Sans Serif"/>
                <a:cs typeface="Microsoft Sans Serif"/>
              </a:rPr>
              <a:t>	</a:t>
            </a:r>
            <a:r>
              <a:rPr dirty="0" sz="1800">
                <a:solidFill>
                  <a:srgbClr val="404040"/>
                </a:solidFill>
                <a:latin typeface="Times New Roman"/>
                <a:cs typeface="Times New Roman"/>
              </a:rPr>
              <a:t>Flex Box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dirty="0" sz="1800" spc="3690">
                <a:solidFill>
                  <a:srgbClr val="0E6EC5"/>
                </a:solidFill>
                <a:latin typeface="Microsoft Sans Serif"/>
                <a:cs typeface="Microsoft Sans Serif"/>
              </a:rPr>
              <a:t>🠶</a:t>
            </a:r>
            <a:r>
              <a:rPr dirty="0" sz="1800">
                <a:solidFill>
                  <a:srgbClr val="0E6EC5"/>
                </a:solidFill>
                <a:latin typeface="Microsoft Sans Serif"/>
                <a:cs typeface="Microsoft Sans Serif"/>
              </a:rPr>
              <a:t>	</a:t>
            </a:r>
            <a:r>
              <a:rPr dirty="0" sz="1800" spc="-10">
                <a:solidFill>
                  <a:srgbClr val="404040"/>
                </a:solidFill>
                <a:latin typeface="Times New Roman"/>
                <a:cs typeface="Times New Roman"/>
              </a:rPr>
              <a:t>Grid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dirty="0" sz="1800" spc="3690">
                <a:solidFill>
                  <a:srgbClr val="0E6EC5"/>
                </a:solidFill>
                <a:latin typeface="Microsoft Sans Serif"/>
                <a:cs typeface="Microsoft Sans Serif"/>
              </a:rPr>
              <a:t>🠶</a:t>
            </a:r>
            <a:r>
              <a:rPr dirty="0" sz="1800">
                <a:solidFill>
                  <a:srgbClr val="0E6EC5"/>
                </a:solidFill>
                <a:latin typeface="Microsoft Sans Serif"/>
                <a:cs typeface="Microsoft Sans Serif"/>
              </a:rPr>
              <a:t>	</a:t>
            </a:r>
            <a:r>
              <a:rPr dirty="0" sz="1800" spc="-10">
                <a:solidFill>
                  <a:srgbClr val="404040"/>
                </a:solidFill>
                <a:latin typeface="Times New Roman"/>
                <a:cs typeface="Times New Roman"/>
              </a:rPr>
              <a:t>Media</a:t>
            </a:r>
            <a:r>
              <a:rPr dirty="0" sz="18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404040"/>
                </a:solidFill>
                <a:latin typeface="Times New Roman"/>
                <a:cs typeface="Times New Roman"/>
              </a:rPr>
              <a:t>Queries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CSS </a:t>
            </a:r>
            <a:r>
              <a:rPr dirty="0" spc="-10"/>
              <a:t>Flexbox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92075" rIns="0" bIns="0" rtlCol="0" vert="horz">
            <a:spAutoFit/>
          </a:bodyPr>
          <a:lstStyle/>
          <a:p>
            <a:pPr marL="355600" marR="5080" indent="-342900">
              <a:lnSpc>
                <a:spcPct val="80000"/>
              </a:lnSpc>
              <a:spcBef>
                <a:spcPts val="725"/>
              </a:spcBef>
              <a:buClr>
                <a:srgbClr val="0E6EC5"/>
              </a:buClr>
              <a:buFont typeface="Wingdings"/>
              <a:buChar char=""/>
              <a:tabLst>
                <a:tab pos="355600" algn="l"/>
              </a:tabLst>
            </a:pPr>
            <a:r>
              <a:rPr dirty="0"/>
              <a:t>The</a:t>
            </a:r>
            <a:r>
              <a:rPr dirty="0" spc="-25"/>
              <a:t> </a:t>
            </a:r>
            <a:r>
              <a:rPr dirty="0"/>
              <a:t>flexbox</a:t>
            </a:r>
            <a:r>
              <a:rPr dirty="0" spc="-30"/>
              <a:t> </a:t>
            </a:r>
            <a:r>
              <a:rPr dirty="0"/>
              <a:t>or</a:t>
            </a:r>
            <a:r>
              <a:rPr dirty="0" spc="-5"/>
              <a:t> </a:t>
            </a:r>
            <a:r>
              <a:rPr dirty="0"/>
              <a:t>flexible</a:t>
            </a:r>
            <a:r>
              <a:rPr dirty="0" spc="-30"/>
              <a:t> </a:t>
            </a:r>
            <a:r>
              <a:rPr dirty="0"/>
              <a:t>box</a:t>
            </a:r>
            <a:r>
              <a:rPr dirty="0" spc="-25"/>
              <a:t> </a:t>
            </a:r>
            <a:r>
              <a:rPr dirty="0"/>
              <a:t>model</a:t>
            </a:r>
            <a:r>
              <a:rPr dirty="0" spc="-15"/>
              <a:t> </a:t>
            </a:r>
            <a:r>
              <a:rPr dirty="0"/>
              <a:t>in</a:t>
            </a:r>
            <a:r>
              <a:rPr dirty="0" spc="-10"/>
              <a:t> </a:t>
            </a:r>
            <a:r>
              <a:rPr dirty="0"/>
              <a:t>CSS</a:t>
            </a:r>
            <a:r>
              <a:rPr dirty="0" spc="-5"/>
              <a:t> </a:t>
            </a:r>
            <a:r>
              <a:rPr dirty="0"/>
              <a:t>is</a:t>
            </a:r>
            <a:r>
              <a:rPr dirty="0" spc="-5"/>
              <a:t> </a:t>
            </a:r>
            <a:r>
              <a:rPr dirty="0"/>
              <a:t>a</a:t>
            </a:r>
            <a:r>
              <a:rPr dirty="0" spc="-5"/>
              <a:t> </a:t>
            </a:r>
            <a:r>
              <a:rPr dirty="0"/>
              <a:t>one-</a:t>
            </a:r>
            <a:r>
              <a:rPr dirty="0" spc="-10"/>
              <a:t>dimensional </a:t>
            </a:r>
            <a:r>
              <a:rPr dirty="0"/>
              <a:t>layout</a:t>
            </a:r>
            <a:r>
              <a:rPr dirty="0" spc="-30"/>
              <a:t> </a:t>
            </a:r>
            <a:r>
              <a:rPr dirty="0"/>
              <a:t>model</a:t>
            </a:r>
            <a:r>
              <a:rPr dirty="0" spc="-20"/>
              <a:t> </a:t>
            </a:r>
            <a:r>
              <a:rPr dirty="0"/>
              <a:t>that</a:t>
            </a:r>
            <a:r>
              <a:rPr dirty="0" spc="-25"/>
              <a:t> </a:t>
            </a:r>
            <a:r>
              <a:rPr dirty="0"/>
              <a:t>has</a:t>
            </a:r>
            <a:r>
              <a:rPr dirty="0" spc="-20"/>
              <a:t> </a:t>
            </a:r>
            <a:r>
              <a:rPr dirty="0"/>
              <a:t>flexible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/>
              <a:t>efficient</a:t>
            </a:r>
            <a:r>
              <a:rPr dirty="0" spc="-10"/>
              <a:t> </a:t>
            </a:r>
            <a:r>
              <a:rPr dirty="0"/>
              <a:t>layouts</a:t>
            </a:r>
            <a:r>
              <a:rPr dirty="0" spc="-30"/>
              <a:t> </a:t>
            </a:r>
            <a:r>
              <a:rPr dirty="0" spc="-20"/>
              <a:t>with </a:t>
            </a:r>
            <a:r>
              <a:rPr dirty="0"/>
              <a:t>distributed</a:t>
            </a:r>
            <a:r>
              <a:rPr dirty="0" spc="-25"/>
              <a:t> </a:t>
            </a:r>
            <a:r>
              <a:rPr dirty="0"/>
              <a:t>spaces</a:t>
            </a:r>
            <a:r>
              <a:rPr dirty="0" spc="-20"/>
              <a:t> </a:t>
            </a:r>
            <a:r>
              <a:rPr dirty="0"/>
              <a:t>among</a:t>
            </a:r>
            <a:r>
              <a:rPr dirty="0" spc="-20"/>
              <a:t> </a:t>
            </a:r>
            <a:r>
              <a:rPr dirty="0"/>
              <a:t>items</a:t>
            </a:r>
            <a:r>
              <a:rPr dirty="0" spc="-5"/>
              <a:t> </a:t>
            </a:r>
            <a:r>
              <a:rPr dirty="0"/>
              <a:t>to</a:t>
            </a:r>
            <a:r>
              <a:rPr dirty="0" spc="-10"/>
              <a:t> </a:t>
            </a:r>
            <a:r>
              <a:rPr dirty="0"/>
              <a:t>control</a:t>
            </a:r>
            <a:r>
              <a:rPr dirty="0" spc="-35"/>
              <a:t> </a:t>
            </a:r>
            <a:r>
              <a:rPr dirty="0"/>
              <a:t>their</a:t>
            </a:r>
            <a:r>
              <a:rPr dirty="0" spc="-20"/>
              <a:t> </a:t>
            </a:r>
            <a:r>
              <a:rPr dirty="0" spc="-10"/>
              <a:t>alignment </a:t>
            </a:r>
            <a:r>
              <a:rPr dirty="0"/>
              <a:t>structure</a:t>
            </a:r>
            <a:r>
              <a:rPr dirty="0" spc="-30"/>
              <a:t> </a:t>
            </a:r>
            <a:r>
              <a:rPr dirty="0"/>
              <a:t>ie.,</a:t>
            </a:r>
            <a:r>
              <a:rPr dirty="0" spc="-5"/>
              <a:t> </a:t>
            </a:r>
            <a:r>
              <a:rPr dirty="0"/>
              <a:t>it</a:t>
            </a:r>
            <a:r>
              <a:rPr dirty="0" spc="-10"/>
              <a:t> </a:t>
            </a:r>
            <a:r>
              <a:rPr dirty="0"/>
              <a:t>is</a:t>
            </a:r>
            <a:r>
              <a:rPr dirty="0" spc="-5"/>
              <a:t> </a:t>
            </a:r>
            <a:r>
              <a:rPr dirty="0"/>
              <a:t>a</a:t>
            </a:r>
            <a:r>
              <a:rPr dirty="0" spc="-10"/>
              <a:t> </a:t>
            </a:r>
            <a:r>
              <a:rPr dirty="0"/>
              <a:t>layout</a:t>
            </a:r>
            <a:r>
              <a:rPr dirty="0" spc="-20"/>
              <a:t> </a:t>
            </a:r>
            <a:r>
              <a:rPr dirty="0"/>
              <a:t>model</a:t>
            </a:r>
            <a:r>
              <a:rPr dirty="0" spc="-20"/>
              <a:t> </a:t>
            </a:r>
            <a:r>
              <a:rPr dirty="0"/>
              <a:t>that</a:t>
            </a:r>
            <a:r>
              <a:rPr dirty="0" spc="-15"/>
              <a:t> </a:t>
            </a:r>
            <a:r>
              <a:rPr dirty="0"/>
              <a:t>provides</a:t>
            </a:r>
            <a:r>
              <a:rPr dirty="0" spc="-40"/>
              <a:t> </a:t>
            </a:r>
            <a:r>
              <a:rPr dirty="0"/>
              <a:t>an</a:t>
            </a:r>
            <a:r>
              <a:rPr dirty="0" spc="-25"/>
              <a:t> </a:t>
            </a:r>
            <a:r>
              <a:rPr dirty="0"/>
              <a:t>easy</a:t>
            </a:r>
            <a:r>
              <a:rPr dirty="0" spc="-5"/>
              <a:t> </a:t>
            </a:r>
            <a:r>
              <a:rPr dirty="0" spc="-25"/>
              <a:t>and </a:t>
            </a:r>
            <a:r>
              <a:rPr dirty="0"/>
              <a:t>clean</a:t>
            </a:r>
            <a:r>
              <a:rPr dirty="0" spc="-30"/>
              <a:t> </a:t>
            </a:r>
            <a:r>
              <a:rPr dirty="0"/>
              <a:t>way</a:t>
            </a:r>
            <a:r>
              <a:rPr dirty="0" spc="-35"/>
              <a:t> </a:t>
            </a:r>
            <a:r>
              <a:rPr dirty="0"/>
              <a:t>to</a:t>
            </a:r>
            <a:r>
              <a:rPr dirty="0" spc="-15"/>
              <a:t> </a:t>
            </a:r>
            <a:r>
              <a:rPr dirty="0"/>
              <a:t>arrange</a:t>
            </a:r>
            <a:r>
              <a:rPr dirty="0" spc="-50"/>
              <a:t> </a:t>
            </a:r>
            <a:r>
              <a:rPr dirty="0"/>
              <a:t>items</a:t>
            </a:r>
            <a:r>
              <a:rPr dirty="0" spc="-10"/>
              <a:t> </a:t>
            </a:r>
            <a:r>
              <a:rPr dirty="0"/>
              <a:t>within</a:t>
            </a:r>
            <a:r>
              <a:rPr dirty="0" spc="-35"/>
              <a:t> </a:t>
            </a:r>
            <a:r>
              <a:rPr dirty="0"/>
              <a:t>a</a:t>
            </a:r>
            <a:r>
              <a:rPr dirty="0" spc="-30"/>
              <a:t> </a:t>
            </a:r>
            <a:r>
              <a:rPr dirty="0" spc="-10"/>
              <a:t>container.</a:t>
            </a:r>
            <a:r>
              <a:rPr dirty="0" spc="-35"/>
              <a:t> </a:t>
            </a:r>
            <a:r>
              <a:rPr dirty="0"/>
              <a:t>Flexbox</a:t>
            </a:r>
            <a:r>
              <a:rPr dirty="0" spc="-50"/>
              <a:t> </a:t>
            </a:r>
            <a:r>
              <a:rPr dirty="0"/>
              <a:t>can</a:t>
            </a:r>
            <a:r>
              <a:rPr dirty="0" spc="-15"/>
              <a:t> </a:t>
            </a:r>
            <a:r>
              <a:rPr dirty="0" spc="-25"/>
              <a:t>be </a:t>
            </a:r>
            <a:r>
              <a:rPr dirty="0"/>
              <a:t>useful</a:t>
            </a:r>
            <a:r>
              <a:rPr dirty="0" spc="-30"/>
              <a:t> </a:t>
            </a:r>
            <a:r>
              <a:rPr dirty="0"/>
              <a:t>for</a:t>
            </a:r>
            <a:r>
              <a:rPr dirty="0" spc="-5"/>
              <a:t> </a:t>
            </a:r>
            <a:r>
              <a:rPr dirty="0"/>
              <a:t>creating</a:t>
            </a:r>
            <a:r>
              <a:rPr dirty="0" spc="-10"/>
              <a:t> small-</a:t>
            </a:r>
            <a:r>
              <a:rPr dirty="0"/>
              <a:t>scales</a:t>
            </a:r>
            <a:r>
              <a:rPr dirty="0" spc="5"/>
              <a:t> </a:t>
            </a:r>
            <a:r>
              <a:rPr dirty="0"/>
              <a:t>layouts</a:t>
            </a:r>
            <a:r>
              <a:rPr dirty="0" spc="-20"/>
              <a:t> </a:t>
            </a:r>
            <a:r>
              <a:rPr dirty="0"/>
              <a:t>&amp;</a:t>
            </a:r>
            <a:r>
              <a:rPr dirty="0" spc="-30"/>
              <a:t> </a:t>
            </a:r>
            <a:r>
              <a:rPr dirty="0"/>
              <a:t>is</a:t>
            </a:r>
            <a:r>
              <a:rPr dirty="0" spc="-10"/>
              <a:t> </a:t>
            </a:r>
            <a:r>
              <a:rPr dirty="0"/>
              <a:t>responsive</a:t>
            </a:r>
            <a:r>
              <a:rPr dirty="0" spc="-25"/>
              <a:t> and </a:t>
            </a:r>
            <a:r>
              <a:rPr dirty="0" spc="-10"/>
              <a:t>mobile-friendly.</a:t>
            </a:r>
          </a:p>
          <a:p>
            <a:pPr marL="354965" indent="-342265">
              <a:lnSpc>
                <a:spcPct val="100000"/>
              </a:lnSpc>
              <a:spcBef>
                <a:spcPts val="385"/>
              </a:spcBef>
              <a:buClr>
                <a:srgbClr val="0E6EC5"/>
              </a:buClr>
              <a:buFont typeface="Wingdings"/>
              <a:buChar char=""/>
              <a:tabLst>
                <a:tab pos="354965" algn="l"/>
              </a:tabLst>
            </a:pPr>
            <a:r>
              <a:rPr dirty="0"/>
              <a:t>Flex </a:t>
            </a:r>
            <a:r>
              <a:rPr dirty="0" spc="-10"/>
              <a:t>Container</a:t>
            </a:r>
          </a:p>
          <a:p>
            <a:pPr marL="354965" indent="-342265">
              <a:lnSpc>
                <a:spcPct val="100000"/>
              </a:lnSpc>
              <a:spcBef>
                <a:spcPts val="370"/>
              </a:spcBef>
              <a:buClr>
                <a:srgbClr val="0E6EC5"/>
              </a:buClr>
              <a:buFont typeface="Wingdings"/>
              <a:buChar char=""/>
              <a:tabLst>
                <a:tab pos="354965" algn="l"/>
              </a:tabLst>
            </a:pPr>
            <a:r>
              <a:rPr dirty="0"/>
              <a:t>Flex </a:t>
            </a:r>
            <a:r>
              <a:rPr dirty="0" spc="-10"/>
              <a:t>Items</a:t>
            </a:r>
          </a:p>
          <a:p>
            <a:pPr marL="354965" indent="-342265">
              <a:lnSpc>
                <a:spcPct val="100000"/>
              </a:lnSpc>
              <a:spcBef>
                <a:spcPts val="375"/>
              </a:spcBef>
              <a:buClr>
                <a:srgbClr val="0E6EC5"/>
              </a:buClr>
              <a:buFont typeface="Wingdings"/>
              <a:buChar char=""/>
              <a:tabLst>
                <a:tab pos="354965" algn="l"/>
              </a:tabLst>
            </a:pPr>
            <a:r>
              <a:rPr dirty="0"/>
              <a:t>Flex </a:t>
            </a:r>
            <a:r>
              <a:rPr dirty="0" spc="-10"/>
              <a:t>Direction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0">
                <a:solidFill>
                  <a:srgbClr val="0076A2"/>
                </a:solidFill>
                <a:latin typeface="Times New Roman"/>
                <a:cs typeface="Times New Roman"/>
              </a:rPr>
              <a:t>CSS</a:t>
            </a:r>
            <a:r>
              <a:rPr dirty="0" spc="10" b="0">
                <a:solidFill>
                  <a:srgbClr val="0076A2"/>
                </a:solidFill>
                <a:latin typeface="Times New Roman"/>
                <a:cs typeface="Times New Roman"/>
              </a:rPr>
              <a:t> </a:t>
            </a:r>
            <a:r>
              <a:rPr dirty="0" spc="-10" b="0">
                <a:solidFill>
                  <a:srgbClr val="0076A2"/>
                </a:solidFill>
                <a:latin typeface="Times New Roman"/>
                <a:cs typeface="Times New Roman"/>
              </a:rPr>
              <a:t>Flex-</a:t>
            </a:r>
            <a:r>
              <a:rPr dirty="0" spc="-25" b="0">
                <a:solidFill>
                  <a:srgbClr val="0076A2"/>
                </a:solidFill>
                <a:latin typeface="Times New Roman"/>
                <a:cs typeface="Times New Roman"/>
              </a:rPr>
              <a:t>Box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2762503" y="2195288"/>
            <a:ext cx="1228725" cy="207645"/>
            <a:chOff x="2762503" y="2195288"/>
            <a:chExt cx="1228725" cy="20764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62503" y="2246607"/>
              <a:ext cx="128098" cy="15087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09754" y="2247682"/>
              <a:ext cx="142466" cy="15309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2466" y="2248454"/>
              <a:ext cx="118903" cy="153134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32569" y="2207426"/>
              <a:ext cx="230564" cy="195089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3499688" y="2195296"/>
              <a:ext cx="33020" cy="204470"/>
            </a:xfrm>
            <a:custGeom>
              <a:avLst/>
              <a:gdLst/>
              <a:ahLst/>
              <a:cxnLst/>
              <a:rect l="l" t="t" r="r" b="b"/>
              <a:pathLst>
                <a:path w="33020" h="204469">
                  <a:moveTo>
                    <a:pt x="30607" y="15468"/>
                  </a:moveTo>
                  <a:lnTo>
                    <a:pt x="29502" y="12077"/>
                  </a:lnTo>
                  <a:lnTo>
                    <a:pt x="26720" y="4102"/>
                  </a:lnTo>
                  <a:lnTo>
                    <a:pt x="17932" y="0"/>
                  </a:lnTo>
                  <a:lnTo>
                    <a:pt x="6362" y="4102"/>
                  </a:lnTo>
                  <a:lnTo>
                    <a:pt x="3352" y="6705"/>
                  </a:lnTo>
                  <a:lnTo>
                    <a:pt x="1612" y="10020"/>
                  </a:lnTo>
                  <a:lnTo>
                    <a:pt x="0" y="16179"/>
                  </a:lnTo>
                  <a:lnTo>
                    <a:pt x="838" y="22225"/>
                  </a:lnTo>
                  <a:lnTo>
                    <a:pt x="3873" y="27495"/>
                  </a:lnTo>
                  <a:lnTo>
                    <a:pt x="8902" y="31343"/>
                  </a:lnTo>
                  <a:lnTo>
                    <a:pt x="12382" y="32994"/>
                  </a:lnTo>
                  <a:lnTo>
                    <a:pt x="16344" y="33388"/>
                  </a:lnTo>
                  <a:lnTo>
                    <a:pt x="19989" y="32448"/>
                  </a:lnTo>
                  <a:lnTo>
                    <a:pt x="24904" y="31419"/>
                  </a:lnTo>
                  <a:lnTo>
                    <a:pt x="28549" y="27393"/>
                  </a:lnTo>
                  <a:lnTo>
                    <a:pt x="28943" y="22504"/>
                  </a:lnTo>
                  <a:lnTo>
                    <a:pt x="30441" y="19177"/>
                  </a:lnTo>
                  <a:lnTo>
                    <a:pt x="30607" y="15468"/>
                  </a:lnTo>
                  <a:close/>
                </a:path>
                <a:path w="33020" h="204469">
                  <a:moveTo>
                    <a:pt x="32550" y="129463"/>
                  </a:moveTo>
                  <a:lnTo>
                    <a:pt x="32435" y="98145"/>
                  </a:lnTo>
                  <a:lnTo>
                    <a:pt x="29019" y="68287"/>
                  </a:lnTo>
                  <a:lnTo>
                    <a:pt x="27673" y="63157"/>
                  </a:lnTo>
                  <a:lnTo>
                    <a:pt x="22923" y="59601"/>
                  </a:lnTo>
                  <a:lnTo>
                    <a:pt x="12623" y="59601"/>
                  </a:lnTo>
                  <a:lnTo>
                    <a:pt x="9537" y="61417"/>
                  </a:lnTo>
                  <a:lnTo>
                    <a:pt x="7874" y="64262"/>
                  </a:lnTo>
                  <a:lnTo>
                    <a:pt x="4597" y="75692"/>
                  </a:lnTo>
                  <a:lnTo>
                    <a:pt x="3771" y="88557"/>
                  </a:lnTo>
                  <a:lnTo>
                    <a:pt x="4305" y="113690"/>
                  </a:lnTo>
                  <a:lnTo>
                    <a:pt x="3441" y="172300"/>
                  </a:lnTo>
                  <a:lnTo>
                    <a:pt x="3594" y="191846"/>
                  </a:lnTo>
                  <a:lnTo>
                    <a:pt x="7874" y="201460"/>
                  </a:lnTo>
                  <a:lnTo>
                    <a:pt x="17132" y="203974"/>
                  </a:lnTo>
                  <a:lnTo>
                    <a:pt x="26022" y="200202"/>
                  </a:lnTo>
                  <a:lnTo>
                    <a:pt x="29184" y="190982"/>
                  </a:lnTo>
                  <a:lnTo>
                    <a:pt x="32550" y="129463"/>
                  </a:lnTo>
                  <a:close/>
                </a:path>
              </a:pathLst>
            </a:custGeom>
            <a:solidFill>
              <a:srgbClr val="7E3E9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68911" y="2251393"/>
              <a:ext cx="122231" cy="147007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30647" y="2246054"/>
              <a:ext cx="140772" cy="156113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04411" y="2251076"/>
              <a:ext cx="86224" cy="150354"/>
            </a:xfrm>
            <a:prstGeom prst="rect">
              <a:avLst/>
            </a:prstGeom>
          </p:spPr>
        </p:pic>
      </p:grpSp>
      <p:grpSp>
        <p:nvGrpSpPr>
          <p:cNvPr id="12" name="object 12" descr=""/>
          <p:cNvGrpSpPr/>
          <p:nvPr/>
        </p:nvGrpSpPr>
        <p:grpSpPr>
          <a:xfrm>
            <a:off x="2508228" y="2180322"/>
            <a:ext cx="4791075" cy="1783714"/>
            <a:chOff x="2508228" y="2180322"/>
            <a:chExt cx="4791075" cy="1783714"/>
          </a:xfrm>
        </p:grpSpPr>
        <p:pic>
          <p:nvPicPr>
            <p:cNvPr id="13" name="object 1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08228" y="2541175"/>
              <a:ext cx="4790841" cy="1422399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4061919" y="2180322"/>
              <a:ext cx="725170" cy="328295"/>
            </a:xfrm>
            <a:custGeom>
              <a:avLst/>
              <a:gdLst/>
              <a:ahLst/>
              <a:cxnLst/>
              <a:rect l="l" t="t" r="r" b="b"/>
              <a:pathLst>
                <a:path w="725170" h="328294">
                  <a:moveTo>
                    <a:pt x="386174" y="0"/>
                  </a:moveTo>
                  <a:lnTo>
                    <a:pt x="336329" y="2060"/>
                  </a:lnTo>
                  <a:lnTo>
                    <a:pt x="286174" y="8627"/>
                  </a:lnTo>
                  <a:lnTo>
                    <a:pt x="236178" y="19160"/>
                  </a:lnTo>
                  <a:lnTo>
                    <a:pt x="186806" y="33115"/>
                  </a:lnTo>
                  <a:lnTo>
                    <a:pt x="138526" y="49950"/>
                  </a:lnTo>
                  <a:lnTo>
                    <a:pt x="91805" y="69123"/>
                  </a:lnTo>
                  <a:lnTo>
                    <a:pt x="47111" y="90092"/>
                  </a:lnTo>
                  <a:lnTo>
                    <a:pt x="4910" y="112313"/>
                  </a:lnTo>
                  <a:lnTo>
                    <a:pt x="0" y="121471"/>
                  </a:lnTo>
                  <a:lnTo>
                    <a:pt x="5306" y="128261"/>
                  </a:lnTo>
                  <a:lnTo>
                    <a:pt x="8633" y="129603"/>
                  </a:lnTo>
                  <a:lnTo>
                    <a:pt x="56606" y="113144"/>
                  </a:lnTo>
                  <a:lnTo>
                    <a:pt x="144404" y="76703"/>
                  </a:lnTo>
                  <a:lnTo>
                    <a:pt x="189061" y="60363"/>
                  </a:lnTo>
                  <a:lnTo>
                    <a:pt x="240846" y="45268"/>
                  </a:lnTo>
                  <a:lnTo>
                    <a:pt x="293611" y="34585"/>
                  </a:lnTo>
                  <a:lnTo>
                    <a:pt x="347089" y="28343"/>
                  </a:lnTo>
                  <a:lnTo>
                    <a:pt x="401012" y="26571"/>
                  </a:lnTo>
                  <a:lnTo>
                    <a:pt x="452025" y="31269"/>
                  </a:lnTo>
                  <a:lnTo>
                    <a:pt x="501523" y="43664"/>
                  </a:lnTo>
                  <a:lnTo>
                    <a:pt x="547634" y="64764"/>
                  </a:lnTo>
                  <a:lnTo>
                    <a:pt x="588489" y="95575"/>
                  </a:lnTo>
                  <a:lnTo>
                    <a:pt x="619988" y="136222"/>
                  </a:lnTo>
                  <a:lnTo>
                    <a:pt x="637081" y="181050"/>
                  </a:lnTo>
                  <a:lnTo>
                    <a:pt x="642888" y="228973"/>
                  </a:lnTo>
                  <a:lnTo>
                    <a:pt x="640527" y="278901"/>
                  </a:lnTo>
                  <a:lnTo>
                    <a:pt x="627260" y="252580"/>
                  </a:lnTo>
                  <a:lnTo>
                    <a:pt x="619409" y="240453"/>
                  </a:lnTo>
                  <a:lnTo>
                    <a:pt x="604885" y="225609"/>
                  </a:lnTo>
                  <a:lnTo>
                    <a:pt x="595222" y="228135"/>
                  </a:lnTo>
                  <a:lnTo>
                    <a:pt x="598689" y="249358"/>
                  </a:lnTo>
                  <a:lnTo>
                    <a:pt x="604291" y="262282"/>
                  </a:lnTo>
                  <a:lnTo>
                    <a:pt x="629438" y="310679"/>
                  </a:lnTo>
                  <a:lnTo>
                    <a:pt x="637071" y="322080"/>
                  </a:lnTo>
                  <a:lnTo>
                    <a:pt x="646784" y="328167"/>
                  </a:lnTo>
                  <a:lnTo>
                    <a:pt x="657009" y="326742"/>
                  </a:lnTo>
                  <a:lnTo>
                    <a:pt x="665793" y="319966"/>
                  </a:lnTo>
                  <a:lnTo>
                    <a:pt x="711752" y="262347"/>
                  </a:lnTo>
                  <a:lnTo>
                    <a:pt x="724721" y="242741"/>
                  </a:lnTo>
                  <a:lnTo>
                    <a:pt x="722820" y="235556"/>
                  </a:lnTo>
                  <a:lnTo>
                    <a:pt x="712840" y="229872"/>
                  </a:lnTo>
                  <a:lnTo>
                    <a:pt x="707454" y="230346"/>
                  </a:lnTo>
                  <a:lnTo>
                    <a:pt x="703653" y="233583"/>
                  </a:lnTo>
                  <a:lnTo>
                    <a:pt x="667615" y="276848"/>
                  </a:lnTo>
                  <a:lnTo>
                    <a:pt x="670162" y="230574"/>
                  </a:lnTo>
                  <a:lnTo>
                    <a:pt x="664497" y="186658"/>
                  </a:lnTo>
                  <a:lnTo>
                    <a:pt x="651067" y="145796"/>
                  </a:lnTo>
                  <a:lnTo>
                    <a:pt x="630319" y="108681"/>
                  </a:lnTo>
                  <a:lnTo>
                    <a:pt x="602699" y="76007"/>
                  </a:lnTo>
                  <a:lnTo>
                    <a:pt x="568652" y="48468"/>
                  </a:lnTo>
                  <a:lnTo>
                    <a:pt x="528626" y="26758"/>
                  </a:lnTo>
                  <a:lnTo>
                    <a:pt x="483068" y="11571"/>
                  </a:lnTo>
                  <a:lnTo>
                    <a:pt x="435243" y="2989"/>
                  </a:lnTo>
                  <a:lnTo>
                    <a:pt x="386174" y="0"/>
                  </a:lnTo>
                  <a:close/>
                </a:path>
              </a:pathLst>
            </a:custGeom>
            <a:solidFill>
              <a:srgbClr val="7E3E97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5" name="object 15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509821" y="4350750"/>
            <a:ext cx="4809582" cy="1963117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581898" y="3624484"/>
            <a:ext cx="2316913" cy="592038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581910" y="4480093"/>
            <a:ext cx="2316901" cy="591886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466947" y="3456495"/>
            <a:ext cx="562830" cy="1752732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340155" y="3456495"/>
            <a:ext cx="562830" cy="17527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611275" y="5919730"/>
            <a:ext cx="3850640" cy="660400"/>
            <a:chOff x="6611275" y="5919730"/>
            <a:chExt cx="3850640" cy="660400"/>
          </a:xfrm>
        </p:grpSpPr>
        <p:sp>
          <p:nvSpPr>
            <p:cNvPr id="3" name="object 3" descr=""/>
            <p:cNvSpPr/>
            <p:nvPr/>
          </p:nvSpPr>
          <p:spPr>
            <a:xfrm>
              <a:off x="6611275" y="5919730"/>
              <a:ext cx="3850640" cy="660400"/>
            </a:xfrm>
            <a:custGeom>
              <a:avLst/>
              <a:gdLst/>
              <a:ahLst/>
              <a:cxnLst/>
              <a:rect l="l" t="t" r="r" b="b"/>
              <a:pathLst>
                <a:path w="3850640" h="660400">
                  <a:moveTo>
                    <a:pt x="146639" y="10941"/>
                  </a:moveTo>
                  <a:lnTo>
                    <a:pt x="77827" y="38484"/>
                  </a:lnTo>
                  <a:lnTo>
                    <a:pt x="49309" y="73415"/>
                  </a:lnTo>
                  <a:lnTo>
                    <a:pt x="28474" y="114856"/>
                  </a:lnTo>
                  <a:lnTo>
                    <a:pt x="18142" y="157108"/>
                  </a:lnTo>
                  <a:lnTo>
                    <a:pt x="21132" y="194474"/>
                  </a:lnTo>
                  <a:lnTo>
                    <a:pt x="40264" y="221257"/>
                  </a:lnTo>
                  <a:lnTo>
                    <a:pt x="16696" y="259046"/>
                  </a:lnTo>
                  <a:lnTo>
                    <a:pt x="2192" y="299862"/>
                  </a:lnTo>
                  <a:lnTo>
                    <a:pt x="0" y="338781"/>
                  </a:lnTo>
                  <a:lnTo>
                    <a:pt x="13367" y="370875"/>
                  </a:lnTo>
                  <a:lnTo>
                    <a:pt x="45543" y="391218"/>
                  </a:lnTo>
                  <a:lnTo>
                    <a:pt x="52261" y="393219"/>
                  </a:lnTo>
                  <a:lnTo>
                    <a:pt x="59060" y="395060"/>
                  </a:lnTo>
                  <a:lnTo>
                    <a:pt x="65858" y="396822"/>
                  </a:lnTo>
                  <a:lnTo>
                    <a:pt x="65138" y="397622"/>
                  </a:lnTo>
                  <a:lnTo>
                    <a:pt x="40666" y="435524"/>
                  </a:lnTo>
                  <a:lnTo>
                    <a:pt x="24094" y="480396"/>
                  </a:lnTo>
                  <a:lnTo>
                    <a:pt x="20215" y="526259"/>
                  </a:lnTo>
                  <a:lnTo>
                    <a:pt x="33819" y="567135"/>
                  </a:lnTo>
                  <a:lnTo>
                    <a:pt x="69697" y="597044"/>
                  </a:lnTo>
                  <a:lnTo>
                    <a:pt x="112322" y="611467"/>
                  </a:lnTo>
                  <a:lnTo>
                    <a:pt x="158756" y="619960"/>
                  </a:lnTo>
                  <a:lnTo>
                    <a:pt x="251851" y="630380"/>
                  </a:lnTo>
                  <a:lnTo>
                    <a:pt x="301233" y="636437"/>
                  </a:lnTo>
                  <a:lnTo>
                    <a:pt x="351609" y="641877"/>
                  </a:lnTo>
                  <a:lnTo>
                    <a:pt x="403859" y="646757"/>
                  </a:lnTo>
                  <a:lnTo>
                    <a:pt x="404193" y="646757"/>
                  </a:lnTo>
                  <a:lnTo>
                    <a:pt x="452562" y="650570"/>
                  </a:lnTo>
                  <a:lnTo>
                    <a:pt x="503122" y="653821"/>
                  </a:lnTo>
                  <a:lnTo>
                    <a:pt x="553729" y="656340"/>
                  </a:lnTo>
                  <a:lnTo>
                    <a:pt x="604372" y="658127"/>
                  </a:lnTo>
                  <a:lnTo>
                    <a:pt x="654556" y="659371"/>
                  </a:lnTo>
                  <a:lnTo>
                    <a:pt x="704719" y="660050"/>
                  </a:lnTo>
                  <a:lnTo>
                    <a:pt x="754863" y="660194"/>
                  </a:lnTo>
                  <a:lnTo>
                    <a:pt x="855098" y="659008"/>
                  </a:lnTo>
                  <a:lnTo>
                    <a:pt x="955270" y="656063"/>
                  </a:lnTo>
                  <a:lnTo>
                    <a:pt x="1105432" y="648901"/>
                  </a:lnTo>
                  <a:lnTo>
                    <a:pt x="1153520" y="646023"/>
                  </a:lnTo>
                  <a:lnTo>
                    <a:pt x="1605359" y="611467"/>
                  </a:lnTo>
                  <a:lnTo>
                    <a:pt x="3198517" y="611467"/>
                  </a:lnTo>
                  <a:lnTo>
                    <a:pt x="3250202" y="605280"/>
                  </a:lnTo>
                  <a:lnTo>
                    <a:pt x="3300915" y="598645"/>
                  </a:lnTo>
                  <a:lnTo>
                    <a:pt x="3787665" y="598645"/>
                  </a:lnTo>
                  <a:lnTo>
                    <a:pt x="3810578" y="572057"/>
                  </a:lnTo>
                  <a:lnTo>
                    <a:pt x="3828725" y="541084"/>
                  </a:lnTo>
                  <a:lnTo>
                    <a:pt x="3840167" y="510966"/>
                  </a:lnTo>
                  <a:lnTo>
                    <a:pt x="3846429" y="475828"/>
                  </a:lnTo>
                  <a:lnTo>
                    <a:pt x="3842156" y="442295"/>
                  </a:lnTo>
                  <a:lnTo>
                    <a:pt x="3821993" y="416996"/>
                  </a:lnTo>
                  <a:lnTo>
                    <a:pt x="3843328" y="369049"/>
                  </a:lnTo>
                  <a:lnTo>
                    <a:pt x="3850461" y="321928"/>
                  </a:lnTo>
                  <a:lnTo>
                    <a:pt x="3839361" y="284534"/>
                  </a:lnTo>
                  <a:lnTo>
                    <a:pt x="3805996" y="265768"/>
                  </a:lnTo>
                  <a:lnTo>
                    <a:pt x="3812393" y="251845"/>
                  </a:lnTo>
                  <a:lnTo>
                    <a:pt x="3817777" y="237521"/>
                  </a:lnTo>
                  <a:lnTo>
                    <a:pt x="3822136" y="222850"/>
                  </a:lnTo>
                  <a:lnTo>
                    <a:pt x="3825459" y="207887"/>
                  </a:lnTo>
                  <a:lnTo>
                    <a:pt x="3827634" y="183702"/>
                  </a:lnTo>
                  <a:lnTo>
                    <a:pt x="3824517" y="158992"/>
                  </a:lnTo>
                  <a:lnTo>
                    <a:pt x="3818774" y="147044"/>
                  </a:lnTo>
                  <a:lnTo>
                    <a:pt x="3715484" y="147044"/>
                  </a:lnTo>
                  <a:lnTo>
                    <a:pt x="3719217" y="142821"/>
                  </a:lnTo>
                  <a:lnTo>
                    <a:pt x="3723882" y="139505"/>
                  </a:lnTo>
                  <a:lnTo>
                    <a:pt x="3729081" y="137357"/>
                  </a:lnTo>
                  <a:lnTo>
                    <a:pt x="3813893" y="137357"/>
                  </a:lnTo>
                  <a:lnTo>
                    <a:pt x="3794932" y="123421"/>
                  </a:lnTo>
                  <a:lnTo>
                    <a:pt x="3796665" y="118550"/>
                  </a:lnTo>
                  <a:lnTo>
                    <a:pt x="3798265" y="113747"/>
                  </a:lnTo>
                  <a:lnTo>
                    <a:pt x="3799465" y="109010"/>
                  </a:lnTo>
                  <a:lnTo>
                    <a:pt x="3803995" y="80105"/>
                  </a:lnTo>
                  <a:lnTo>
                    <a:pt x="3802464" y="48434"/>
                  </a:lnTo>
                  <a:lnTo>
                    <a:pt x="2909806" y="48434"/>
                  </a:lnTo>
                  <a:lnTo>
                    <a:pt x="2708364" y="36614"/>
                  </a:lnTo>
                  <a:lnTo>
                    <a:pt x="2622144" y="32823"/>
                  </a:lnTo>
                  <a:lnTo>
                    <a:pt x="2345538" y="32823"/>
                  </a:lnTo>
                  <a:lnTo>
                    <a:pt x="2294279" y="29821"/>
                  </a:lnTo>
                  <a:lnTo>
                    <a:pt x="1056906" y="29821"/>
                  </a:lnTo>
                  <a:lnTo>
                    <a:pt x="983864" y="24884"/>
                  </a:lnTo>
                  <a:lnTo>
                    <a:pt x="239497" y="24884"/>
                  </a:lnTo>
                  <a:lnTo>
                    <a:pt x="193008" y="18338"/>
                  </a:lnTo>
                  <a:lnTo>
                    <a:pt x="146639" y="10941"/>
                  </a:lnTo>
                  <a:close/>
                </a:path>
                <a:path w="3850640" h="660400">
                  <a:moveTo>
                    <a:pt x="3198424" y="611467"/>
                  </a:moveTo>
                  <a:lnTo>
                    <a:pt x="1605543" y="611467"/>
                  </a:lnTo>
                  <a:lnTo>
                    <a:pt x="1610110" y="613289"/>
                  </a:lnTo>
                  <a:lnTo>
                    <a:pt x="1614976" y="614369"/>
                  </a:lnTo>
                  <a:lnTo>
                    <a:pt x="2078649" y="637635"/>
                  </a:lnTo>
                  <a:lnTo>
                    <a:pt x="2333735" y="645331"/>
                  </a:lnTo>
                  <a:lnTo>
                    <a:pt x="2486772" y="647048"/>
                  </a:lnTo>
                  <a:lnTo>
                    <a:pt x="2535629" y="647048"/>
                  </a:lnTo>
                  <a:lnTo>
                    <a:pt x="2584271" y="646757"/>
                  </a:lnTo>
                  <a:lnTo>
                    <a:pt x="2690719" y="644993"/>
                  </a:lnTo>
                  <a:lnTo>
                    <a:pt x="2790318" y="641877"/>
                  </a:lnTo>
                  <a:lnTo>
                    <a:pt x="2790745" y="641877"/>
                  </a:lnTo>
                  <a:lnTo>
                    <a:pt x="2894458" y="636971"/>
                  </a:lnTo>
                  <a:lnTo>
                    <a:pt x="2996218" y="630380"/>
                  </a:lnTo>
                  <a:lnTo>
                    <a:pt x="3097890" y="621887"/>
                  </a:lnTo>
                  <a:lnTo>
                    <a:pt x="3148028" y="616949"/>
                  </a:lnTo>
                  <a:lnTo>
                    <a:pt x="3198424" y="611467"/>
                  </a:lnTo>
                  <a:close/>
                </a:path>
                <a:path w="3850640" h="660400">
                  <a:moveTo>
                    <a:pt x="3787665" y="598645"/>
                  </a:moveTo>
                  <a:lnTo>
                    <a:pt x="3300915" y="598645"/>
                  </a:lnTo>
                  <a:lnTo>
                    <a:pt x="3718284" y="629147"/>
                  </a:lnTo>
                  <a:lnTo>
                    <a:pt x="3754089" y="622626"/>
                  </a:lnTo>
                  <a:lnTo>
                    <a:pt x="3785276" y="601417"/>
                  </a:lnTo>
                  <a:lnTo>
                    <a:pt x="3787665" y="598645"/>
                  </a:lnTo>
                  <a:close/>
                </a:path>
                <a:path w="3850640" h="660400">
                  <a:moveTo>
                    <a:pt x="3813893" y="137357"/>
                  </a:moveTo>
                  <a:lnTo>
                    <a:pt x="3729081" y="137357"/>
                  </a:lnTo>
                  <a:lnTo>
                    <a:pt x="3724682" y="140359"/>
                  </a:lnTo>
                  <a:lnTo>
                    <a:pt x="3720416" y="143588"/>
                  </a:lnTo>
                  <a:lnTo>
                    <a:pt x="3716351" y="147044"/>
                  </a:lnTo>
                  <a:lnTo>
                    <a:pt x="3818774" y="147044"/>
                  </a:lnTo>
                  <a:lnTo>
                    <a:pt x="3814239" y="137612"/>
                  </a:lnTo>
                  <a:lnTo>
                    <a:pt x="3813893" y="137357"/>
                  </a:lnTo>
                  <a:close/>
                </a:path>
                <a:path w="3850640" h="660400">
                  <a:moveTo>
                    <a:pt x="3760674" y="6337"/>
                  </a:moveTo>
                  <a:lnTo>
                    <a:pt x="3554295" y="20411"/>
                  </a:lnTo>
                  <a:lnTo>
                    <a:pt x="3192857" y="40823"/>
                  </a:lnTo>
                  <a:lnTo>
                    <a:pt x="3037776" y="46366"/>
                  </a:lnTo>
                  <a:lnTo>
                    <a:pt x="2909806" y="48434"/>
                  </a:lnTo>
                  <a:lnTo>
                    <a:pt x="3802464" y="48434"/>
                  </a:lnTo>
                  <a:lnTo>
                    <a:pt x="3802364" y="46366"/>
                  </a:lnTo>
                  <a:lnTo>
                    <a:pt x="3802314" y="45340"/>
                  </a:lnTo>
                  <a:lnTo>
                    <a:pt x="3789612" y="16968"/>
                  </a:lnTo>
                  <a:lnTo>
                    <a:pt x="3789511" y="16742"/>
                  </a:lnTo>
                  <a:lnTo>
                    <a:pt x="3760674" y="6337"/>
                  </a:lnTo>
                  <a:close/>
                </a:path>
                <a:path w="3850640" h="660400">
                  <a:moveTo>
                    <a:pt x="2512061" y="30129"/>
                  </a:moveTo>
                  <a:lnTo>
                    <a:pt x="2450644" y="30129"/>
                  </a:lnTo>
                  <a:lnTo>
                    <a:pt x="2406314" y="30843"/>
                  </a:lnTo>
                  <a:lnTo>
                    <a:pt x="2406830" y="30843"/>
                  </a:lnTo>
                  <a:lnTo>
                    <a:pt x="2345538" y="32823"/>
                  </a:lnTo>
                  <a:lnTo>
                    <a:pt x="2622144" y="32823"/>
                  </a:lnTo>
                  <a:lnTo>
                    <a:pt x="2607851" y="32266"/>
                  </a:lnTo>
                  <a:lnTo>
                    <a:pt x="2557683" y="30843"/>
                  </a:lnTo>
                  <a:lnTo>
                    <a:pt x="2512061" y="30129"/>
                  </a:lnTo>
                  <a:close/>
                </a:path>
                <a:path w="3850640" h="660400">
                  <a:moveTo>
                    <a:pt x="1625440" y="0"/>
                  </a:moveTo>
                  <a:lnTo>
                    <a:pt x="1521852" y="926"/>
                  </a:lnTo>
                  <a:lnTo>
                    <a:pt x="1418330" y="3850"/>
                  </a:lnTo>
                  <a:lnTo>
                    <a:pt x="1313038" y="8870"/>
                  </a:lnTo>
                  <a:lnTo>
                    <a:pt x="1313329" y="8870"/>
                  </a:lnTo>
                  <a:lnTo>
                    <a:pt x="1263229" y="11983"/>
                  </a:lnTo>
                  <a:lnTo>
                    <a:pt x="1159988" y="19903"/>
                  </a:lnTo>
                  <a:lnTo>
                    <a:pt x="1056906" y="29821"/>
                  </a:lnTo>
                  <a:lnTo>
                    <a:pt x="2294279" y="29821"/>
                  </a:lnTo>
                  <a:lnTo>
                    <a:pt x="1928010" y="8570"/>
                  </a:lnTo>
                  <a:lnTo>
                    <a:pt x="1878949" y="6337"/>
                  </a:lnTo>
                  <a:lnTo>
                    <a:pt x="1879141" y="6337"/>
                  </a:lnTo>
                  <a:lnTo>
                    <a:pt x="1776786" y="2596"/>
                  </a:lnTo>
                  <a:lnTo>
                    <a:pt x="1675905" y="417"/>
                  </a:lnTo>
                  <a:lnTo>
                    <a:pt x="1625440" y="0"/>
                  </a:lnTo>
                  <a:close/>
                </a:path>
                <a:path w="3850640" h="660400">
                  <a:moveTo>
                    <a:pt x="578263" y="8870"/>
                  </a:moveTo>
                  <a:lnTo>
                    <a:pt x="527563" y="9036"/>
                  </a:lnTo>
                  <a:lnTo>
                    <a:pt x="476858" y="9838"/>
                  </a:lnTo>
                  <a:lnTo>
                    <a:pt x="426147" y="11323"/>
                  </a:lnTo>
                  <a:lnTo>
                    <a:pt x="372976" y="13646"/>
                  </a:lnTo>
                  <a:lnTo>
                    <a:pt x="373612" y="13646"/>
                  </a:lnTo>
                  <a:lnTo>
                    <a:pt x="324704" y="16531"/>
                  </a:lnTo>
                  <a:lnTo>
                    <a:pt x="273116" y="20411"/>
                  </a:lnTo>
                  <a:lnTo>
                    <a:pt x="272237" y="20411"/>
                  </a:lnTo>
                  <a:lnTo>
                    <a:pt x="252134" y="22082"/>
                  </a:lnTo>
                  <a:lnTo>
                    <a:pt x="247829" y="22549"/>
                  </a:lnTo>
                  <a:lnTo>
                    <a:pt x="243590" y="23483"/>
                  </a:lnTo>
                  <a:lnTo>
                    <a:pt x="239497" y="24884"/>
                  </a:lnTo>
                  <a:lnTo>
                    <a:pt x="983864" y="24884"/>
                  </a:lnTo>
                  <a:lnTo>
                    <a:pt x="831744" y="15966"/>
                  </a:lnTo>
                  <a:lnTo>
                    <a:pt x="730351" y="11730"/>
                  </a:lnTo>
                  <a:lnTo>
                    <a:pt x="628961" y="9295"/>
                  </a:lnTo>
                  <a:lnTo>
                    <a:pt x="578263" y="8870"/>
                  </a:lnTo>
                  <a:close/>
                </a:path>
              </a:pathLst>
            </a:custGeom>
            <a:solidFill>
              <a:srgbClr val="995D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666496" y="5919811"/>
              <a:ext cx="3717925" cy="619125"/>
            </a:xfrm>
            <a:custGeom>
              <a:avLst/>
              <a:gdLst/>
              <a:ahLst/>
              <a:cxnLst/>
              <a:rect l="l" t="t" r="r" b="b"/>
              <a:pathLst>
                <a:path w="3717925" h="619125">
                  <a:moveTo>
                    <a:pt x="109354" y="22101"/>
                  </a:moveTo>
                  <a:lnTo>
                    <a:pt x="82011" y="22703"/>
                  </a:lnTo>
                  <a:lnTo>
                    <a:pt x="82169" y="22703"/>
                  </a:lnTo>
                  <a:lnTo>
                    <a:pt x="56306" y="26137"/>
                  </a:lnTo>
                  <a:lnTo>
                    <a:pt x="20755" y="47649"/>
                  </a:lnTo>
                  <a:lnTo>
                    <a:pt x="5621" y="84517"/>
                  </a:lnTo>
                  <a:lnTo>
                    <a:pt x="1959" y="129184"/>
                  </a:lnTo>
                  <a:lnTo>
                    <a:pt x="2399" y="170259"/>
                  </a:lnTo>
                  <a:lnTo>
                    <a:pt x="856" y="310039"/>
                  </a:lnTo>
                  <a:lnTo>
                    <a:pt x="387" y="356632"/>
                  </a:lnTo>
                  <a:lnTo>
                    <a:pt x="0" y="403225"/>
                  </a:lnTo>
                  <a:lnTo>
                    <a:pt x="474" y="455130"/>
                  </a:lnTo>
                  <a:lnTo>
                    <a:pt x="4279" y="506668"/>
                  </a:lnTo>
                  <a:lnTo>
                    <a:pt x="13721" y="557201"/>
                  </a:lnTo>
                  <a:lnTo>
                    <a:pt x="31112" y="606089"/>
                  </a:lnTo>
                  <a:lnTo>
                    <a:pt x="49907" y="618996"/>
                  </a:lnTo>
                  <a:lnTo>
                    <a:pt x="72293" y="606609"/>
                  </a:lnTo>
                  <a:lnTo>
                    <a:pt x="88665" y="581434"/>
                  </a:lnTo>
                  <a:lnTo>
                    <a:pt x="89382" y="557201"/>
                  </a:lnTo>
                  <a:lnTo>
                    <a:pt x="89419" y="555973"/>
                  </a:lnTo>
                  <a:lnTo>
                    <a:pt x="72937" y="509784"/>
                  </a:lnTo>
                  <a:lnTo>
                    <a:pt x="64065" y="462211"/>
                  </a:lnTo>
                  <a:lnTo>
                    <a:pt x="60602" y="413716"/>
                  </a:lnTo>
                  <a:lnTo>
                    <a:pt x="60548" y="403225"/>
                  </a:lnTo>
                  <a:lnTo>
                    <a:pt x="60474" y="356632"/>
                  </a:lnTo>
                  <a:lnTo>
                    <a:pt x="61105" y="315803"/>
                  </a:lnTo>
                  <a:lnTo>
                    <a:pt x="61705" y="253441"/>
                  </a:lnTo>
                  <a:lnTo>
                    <a:pt x="62385" y="191074"/>
                  </a:lnTo>
                  <a:lnTo>
                    <a:pt x="63019" y="129184"/>
                  </a:lnTo>
                  <a:lnTo>
                    <a:pt x="63105" y="99656"/>
                  </a:lnTo>
                  <a:lnTo>
                    <a:pt x="127634" y="99656"/>
                  </a:lnTo>
                  <a:lnTo>
                    <a:pt x="701174" y="87324"/>
                  </a:lnTo>
                  <a:lnTo>
                    <a:pt x="1210718" y="86123"/>
                  </a:lnTo>
                  <a:lnTo>
                    <a:pt x="1353650" y="85656"/>
                  </a:lnTo>
                  <a:lnTo>
                    <a:pt x="1904312" y="78023"/>
                  </a:lnTo>
                  <a:lnTo>
                    <a:pt x="1903549" y="78023"/>
                  </a:lnTo>
                  <a:lnTo>
                    <a:pt x="3711997" y="76192"/>
                  </a:lnTo>
                  <a:lnTo>
                    <a:pt x="3713326" y="74196"/>
                  </a:lnTo>
                  <a:lnTo>
                    <a:pt x="3713765" y="71302"/>
                  </a:lnTo>
                  <a:lnTo>
                    <a:pt x="63425" y="71302"/>
                  </a:lnTo>
                  <a:lnTo>
                    <a:pt x="63425" y="64898"/>
                  </a:lnTo>
                  <a:lnTo>
                    <a:pt x="3714735" y="64898"/>
                  </a:lnTo>
                  <a:lnTo>
                    <a:pt x="3717350" y="47649"/>
                  </a:lnTo>
                  <a:lnTo>
                    <a:pt x="3717407" y="47272"/>
                  </a:lnTo>
                  <a:lnTo>
                    <a:pt x="3701787" y="33475"/>
                  </a:lnTo>
                  <a:lnTo>
                    <a:pt x="3601272" y="25569"/>
                  </a:lnTo>
                  <a:lnTo>
                    <a:pt x="3559574" y="22868"/>
                  </a:lnTo>
                  <a:lnTo>
                    <a:pt x="163001" y="22868"/>
                  </a:lnTo>
                  <a:lnTo>
                    <a:pt x="136657" y="22703"/>
                  </a:lnTo>
                  <a:lnTo>
                    <a:pt x="109354" y="22101"/>
                  </a:lnTo>
                  <a:close/>
                </a:path>
                <a:path w="3717925" h="619125">
                  <a:moveTo>
                    <a:pt x="3711997" y="76192"/>
                  </a:moveTo>
                  <a:lnTo>
                    <a:pt x="2220155" y="76192"/>
                  </a:lnTo>
                  <a:lnTo>
                    <a:pt x="2287549" y="76439"/>
                  </a:lnTo>
                  <a:lnTo>
                    <a:pt x="2525998" y="78637"/>
                  </a:lnTo>
                  <a:lnTo>
                    <a:pt x="2525733" y="78637"/>
                  </a:lnTo>
                  <a:lnTo>
                    <a:pt x="2887675" y="82642"/>
                  </a:lnTo>
                  <a:lnTo>
                    <a:pt x="3133149" y="85294"/>
                  </a:lnTo>
                  <a:lnTo>
                    <a:pt x="3132283" y="85294"/>
                  </a:lnTo>
                  <a:lnTo>
                    <a:pt x="3180034" y="86123"/>
                  </a:lnTo>
                  <a:lnTo>
                    <a:pt x="3179644" y="86123"/>
                  </a:lnTo>
                  <a:lnTo>
                    <a:pt x="3329650" y="89995"/>
                  </a:lnTo>
                  <a:lnTo>
                    <a:pt x="3329147" y="89995"/>
                  </a:lnTo>
                  <a:lnTo>
                    <a:pt x="3474953" y="96227"/>
                  </a:lnTo>
                  <a:lnTo>
                    <a:pt x="3573880" y="102268"/>
                  </a:lnTo>
                  <a:lnTo>
                    <a:pt x="3672727" y="110063"/>
                  </a:lnTo>
                  <a:lnTo>
                    <a:pt x="3696210" y="99907"/>
                  </a:lnTo>
                  <a:lnTo>
                    <a:pt x="3711997" y="76192"/>
                  </a:lnTo>
                  <a:close/>
                </a:path>
                <a:path w="3717925" h="619125">
                  <a:moveTo>
                    <a:pt x="127634" y="99656"/>
                  </a:moveTo>
                  <a:lnTo>
                    <a:pt x="72063" y="99656"/>
                  </a:lnTo>
                  <a:lnTo>
                    <a:pt x="80861" y="100723"/>
                  </a:lnTo>
                  <a:lnTo>
                    <a:pt x="86459" y="100523"/>
                  </a:lnTo>
                  <a:lnTo>
                    <a:pt x="127634" y="99656"/>
                  </a:lnTo>
                  <a:close/>
                </a:path>
                <a:path w="3717925" h="619125">
                  <a:moveTo>
                    <a:pt x="3714735" y="64898"/>
                  </a:moveTo>
                  <a:lnTo>
                    <a:pt x="63425" y="64898"/>
                  </a:lnTo>
                  <a:lnTo>
                    <a:pt x="63825" y="70835"/>
                  </a:lnTo>
                  <a:lnTo>
                    <a:pt x="63425" y="71302"/>
                  </a:lnTo>
                  <a:lnTo>
                    <a:pt x="3713765" y="71302"/>
                  </a:lnTo>
                  <a:lnTo>
                    <a:pt x="3714735" y="64898"/>
                  </a:lnTo>
                  <a:close/>
                </a:path>
                <a:path w="3717925" h="619125">
                  <a:moveTo>
                    <a:pt x="3211556" y="9627"/>
                  </a:moveTo>
                  <a:lnTo>
                    <a:pt x="1035958" y="9627"/>
                  </a:lnTo>
                  <a:lnTo>
                    <a:pt x="936421" y="10121"/>
                  </a:lnTo>
                  <a:lnTo>
                    <a:pt x="163001" y="22868"/>
                  </a:lnTo>
                  <a:lnTo>
                    <a:pt x="3559574" y="22868"/>
                  </a:lnTo>
                  <a:lnTo>
                    <a:pt x="3450357" y="17019"/>
                  </a:lnTo>
                  <a:lnTo>
                    <a:pt x="3401614" y="14984"/>
                  </a:lnTo>
                  <a:lnTo>
                    <a:pt x="3401899" y="14984"/>
                  </a:lnTo>
                  <a:lnTo>
                    <a:pt x="3252739" y="10484"/>
                  </a:lnTo>
                  <a:lnTo>
                    <a:pt x="3253542" y="10484"/>
                  </a:lnTo>
                  <a:lnTo>
                    <a:pt x="3211556" y="9627"/>
                  </a:lnTo>
                  <a:close/>
                </a:path>
                <a:path w="3717925" h="619125">
                  <a:moveTo>
                    <a:pt x="2257837" y="0"/>
                  </a:moveTo>
                  <a:lnTo>
                    <a:pt x="2042920" y="0"/>
                  </a:lnTo>
                  <a:lnTo>
                    <a:pt x="1929825" y="851"/>
                  </a:lnTo>
                  <a:lnTo>
                    <a:pt x="1931998" y="851"/>
                  </a:lnTo>
                  <a:lnTo>
                    <a:pt x="1889834" y="1283"/>
                  </a:lnTo>
                  <a:lnTo>
                    <a:pt x="1890092" y="1283"/>
                  </a:lnTo>
                  <a:lnTo>
                    <a:pt x="1286815" y="8941"/>
                  </a:lnTo>
                  <a:lnTo>
                    <a:pt x="1126944" y="9627"/>
                  </a:lnTo>
                  <a:lnTo>
                    <a:pt x="3214394" y="9627"/>
                  </a:lnTo>
                  <a:lnTo>
                    <a:pt x="3149034" y="8532"/>
                  </a:lnTo>
                  <a:lnTo>
                    <a:pt x="3149214" y="8532"/>
                  </a:lnTo>
                  <a:lnTo>
                    <a:pt x="3002272" y="6810"/>
                  </a:lnTo>
                  <a:lnTo>
                    <a:pt x="3002946" y="6810"/>
                  </a:lnTo>
                  <a:lnTo>
                    <a:pt x="2504069" y="1854"/>
                  </a:lnTo>
                  <a:lnTo>
                    <a:pt x="2257837" y="0"/>
                  </a:lnTo>
                  <a:close/>
                </a:path>
              </a:pathLst>
            </a:custGeom>
            <a:solidFill>
              <a:srgbClr val="000000">
                <a:alpha val="19607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/>
          <p:nvPr/>
        </p:nvSpPr>
        <p:spPr>
          <a:xfrm>
            <a:off x="6621499" y="3691480"/>
            <a:ext cx="3843020" cy="668655"/>
          </a:xfrm>
          <a:custGeom>
            <a:avLst/>
            <a:gdLst/>
            <a:ahLst/>
            <a:cxnLst/>
            <a:rect l="l" t="t" r="r" b="b"/>
            <a:pathLst>
              <a:path w="3843020" h="668654">
                <a:moveTo>
                  <a:pt x="149692" y="0"/>
                </a:moveTo>
                <a:lnTo>
                  <a:pt x="110205" y="9103"/>
                </a:lnTo>
                <a:lnTo>
                  <a:pt x="76749" y="33140"/>
                </a:lnTo>
                <a:lnTo>
                  <a:pt x="50378" y="66347"/>
                </a:lnTo>
                <a:lnTo>
                  <a:pt x="32359" y="102806"/>
                </a:lnTo>
                <a:lnTo>
                  <a:pt x="23142" y="163165"/>
                </a:lnTo>
                <a:lnTo>
                  <a:pt x="29480" y="194390"/>
                </a:lnTo>
                <a:lnTo>
                  <a:pt x="48356" y="215419"/>
                </a:lnTo>
                <a:lnTo>
                  <a:pt x="42942" y="225260"/>
                </a:lnTo>
                <a:lnTo>
                  <a:pt x="38012" y="235350"/>
                </a:lnTo>
                <a:lnTo>
                  <a:pt x="33576" y="245666"/>
                </a:lnTo>
                <a:lnTo>
                  <a:pt x="29625" y="256248"/>
                </a:lnTo>
                <a:lnTo>
                  <a:pt x="20627" y="297461"/>
                </a:lnTo>
                <a:lnTo>
                  <a:pt x="22322" y="336639"/>
                </a:lnTo>
                <a:lnTo>
                  <a:pt x="34814" y="372814"/>
                </a:lnTo>
                <a:lnTo>
                  <a:pt x="58193" y="405087"/>
                </a:lnTo>
                <a:lnTo>
                  <a:pt x="29528" y="437343"/>
                </a:lnTo>
                <a:lnTo>
                  <a:pt x="9125" y="475246"/>
                </a:lnTo>
                <a:lnTo>
                  <a:pt x="0" y="515163"/>
                </a:lnTo>
                <a:lnTo>
                  <a:pt x="5166" y="553460"/>
                </a:lnTo>
                <a:lnTo>
                  <a:pt x="26205" y="591337"/>
                </a:lnTo>
                <a:lnTo>
                  <a:pt x="56358" y="620055"/>
                </a:lnTo>
                <a:lnTo>
                  <a:pt x="93378" y="640823"/>
                </a:lnTo>
                <a:lnTo>
                  <a:pt x="135017" y="654847"/>
                </a:lnTo>
                <a:lnTo>
                  <a:pt x="179030" y="663336"/>
                </a:lnTo>
                <a:lnTo>
                  <a:pt x="223168" y="667499"/>
                </a:lnTo>
                <a:lnTo>
                  <a:pt x="265185" y="668541"/>
                </a:lnTo>
                <a:lnTo>
                  <a:pt x="371120" y="667499"/>
                </a:lnTo>
                <a:lnTo>
                  <a:pt x="584649" y="661980"/>
                </a:lnTo>
                <a:lnTo>
                  <a:pt x="584367" y="661980"/>
                </a:lnTo>
                <a:lnTo>
                  <a:pt x="1080195" y="651315"/>
                </a:lnTo>
                <a:lnTo>
                  <a:pt x="1079997" y="651315"/>
                </a:lnTo>
                <a:lnTo>
                  <a:pt x="1422209" y="645783"/>
                </a:lnTo>
                <a:lnTo>
                  <a:pt x="1419886" y="645783"/>
                </a:lnTo>
                <a:lnTo>
                  <a:pt x="1475284" y="645248"/>
                </a:lnTo>
                <a:lnTo>
                  <a:pt x="1529092" y="644874"/>
                </a:lnTo>
                <a:lnTo>
                  <a:pt x="3082475" y="644659"/>
                </a:lnTo>
                <a:lnTo>
                  <a:pt x="3271481" y="634051"/>
                </a:lnTo>
                <a:lnTo>
                  <a:pt x="3369820" y="630440"/>
                </a:lnTo>
                <a:lnTo>
                  <a:pt x="3418993" y="629399"/>
                </a:lnTo>
                <a:lnTo>
                  <a:pt x="3756109" y="628974"/>
                </a:lnTo>
                <a:lnTo>
                  <a:pt x="3789554" y="604585"/>
                </a:lnTo>
                <a:lnTo>
                  <a:pt x="3819167" y="565768"/>
                </a:lnTo>
                <a:lnTo>
                  <a:pt x="3838227" y="520925"/>
                </a:lnTo>
                <a:lnTo>
                  <a:pt x="3842886" y="476360"/>
                </a:lnTo>
                <a:lnTo>
                  <a:pt x="3829298" y="438378"/>
                </a:lnTo>
                <a:lnTo>
                  <a:pt x="3828578" y="437120"/>
                </a:lnTo>
                <a:lnTo>
                  <a:pt x="3824791" y="431114"/>
                </a:lnTo>
                <a:lnTo>
                  <a:pt x="3820141" y="423620"/>
                </a:lnTo>
                <a:lnTo>
                  <a:pt x="3816834" y="417897"/>
                </a:lnTo>
                <a:lnTo>
                  <a:pt x="3816874" y="417696"/>
                </a:lnTo>
                <a:lnTo>
                  <a:pt x="3816701" y="417696"/>
                </a:lnTo>
                <a:lnTo>
                  <a:pt x="3816168" y="416562"/>
                </a:lnTo>
                <a:lnTo>
                  <a:pt x="3816168" y="416295"/>
                </a:lnTo>
                <a:lnTo>
                  <a:pt x="3817421" y="416295"/>
                </a:lnTo>
                <a:lnTo>
                  <a:pt x="3824145" y="394727"/>
                </a:lnTo>
                <a:lnTo>
                  <a:pt x="3827332" y="369137"/>
                </a:lnTo>
                <a:lnTo>
                  <a:pt x="3825370" y="343409"/>
                </a:lnTo>
                <a:lnTo>
                  <a:pt x="3816834" y="320828"/>
                </a:lnTo>
                <a:lnTo>
                  <a:pt x="3822840" y="305286"/>
                </a:lnTo>
                <a:lnTo>
                  <a:pt x="3827140" y="289263"/>
                </a:lnTo>
                <a:lnTo>
                  <a:pt x="3829703" y="272878"/>
                </a:lnTo>
                <a:lnTo>
                  <a:pt x="3830498" y="256248"/>
                </a:lnTo>
                <a:lnTo>
                  <a:pt x="3828142" y="238748"/>
                </a:lnTo>
                <a:lnTo>
                  <a:pt x="3822300" y="222925"/>
                </a:lnTo>
                <a:lnTo>
                  <a:pt x="3813158" y="209753"/>
                </a:lnTo>
                <a:lnTo>
                  <a:pt x="3800905" y="200208"/>
                </a:lnTo>
                <a:lnTo>
                  <a:pt x="3812641" y="171200"/>
                </a:lnTo>
                <a:lnTo>
                  <a:pt x="3819667" y="141267"/>
                </a:lnTo>
                <a:lnTo>
                  <a:pt x="3821094" y="111233"/>
                </a:lnTo>
                <a:lnTo>
                  <a:pt x="3816034" y="81924"/>
                </a:lnTo>
                <a:lnTo>
                  <a:pt x="3799122" y="49970"/>
                </a:lnTo>
                <a:lnTo>
                  <a:pt x="3772811" y="28086"/>
                </a:lnTo>
                <a:lnTo>
                  <a:pt x="3743840" y="16521"/>
                </a:lnTo>
                <a:lnTo>
                  <a:pt x="2228659" y="16521"/>
                </a:lnTo>
                <a:lnTo>
                  <a:pt x="1635264" y="13542"/>
                </a:lnTo>
                <a:lnTo>
                  <a:pt x="874058" y="7350"/>
                </a:lnTo>
                <a:lnTo>
                  <a:pt x="149692" y="0"/>
                </a:lnTo>
                <a:close/>
              </a:path>
              <a:path w="3843020" h="668654">
                <a:moveTo>
                  <a:pt x="3082475" y="644659"/>
                </a:moveTo>
                <a:lnTo>
                  <a:pt x="1679322" y="644659"/>
                </a:lnTo>
                <a:lnTo>
                  <a:pt x="1727876" y="644874"/>
                </a:lnTo>
                <a:lnTo>
                  <a:pt x="1978178" y="648487"/>
                </a:lnTo>
                <a:lnTo>
                  <a:pt x="1977706" y="648487"/>
                </a:lnTo>
                <a:lnTo>
                  <a:pt x="2081395" y="651315"/>
                </a:lnTo>
                <a:lnTo>
                  <a:pt x="2080482" y="651315"/>
                </a:lnTo>
                <a:lnTo>
                  <a:pt x="2327426" y="659492"/>
                </a:lnTo>
                <a:lnTo>
                  <a:pt x="2425326" y="661980"/>
                </a:lnTo>
                <a:lnTo>
                  <a:pt x="2576244" y="663956"/>
                </a:lnTo>
                <a:lnTo>
                  <a:pt x="2625607" y="663956"/>
                </a:lnTo>
                <a:lnTo>
                  <a:pt x="2673084" y="663603"/>
                </a:lnTo>
                <a:lnTo>
                  <a:pt x="2777563" y="661352"/>
                </a:lnTo>
                <a:lnTo>
                  <a:pt x="2827931" y="659492"/>
                </a:lnTo>
                <a:lnTo>
                  <a:pt x="3082475" y="644659"/>
                </a:lnTo>
                <a:close/>
              </a:path>
              <a:path w="3843020" h="668654">
                <a:moveTo>
                  <a:pt x="3756109" y="628974"/>
                </a:moveTo>
                <a:lnTo>
                  <a:pt x="3468169" y="628974"/>
                </a:lnTo>
                <a:lnTo>
                  <a:pt x="3517346" y="629247"/>
                </a:lnTo>
                <a:lnTo>
                  <a:pt x="3566524" y="630298"/>
                </a:lnTo>
                <a:lnTo>
                  <a:pt x="3615703" y="632206"/>
                </a:lnTo>
                <a:lnTo>
                  <a:pt x="3664881" y="635054"/>
                </a:lnTo>
                <a:lnTo>
                  <a:pt x="3714058" y="638920"/>
                </a:lnTo>
                <a:lnTo>
                  <a:pt x="3753235" y="631070"/>
                </a:lnTo>
                <a:lnTo>
                  <a:pt x="3756109" y="628974"/>
                </a:lnTo>
                <a:close/>
              </a:path>
              <a:path w="3843020" h="668654">
                <a:moveTo>
                  <a:pt x="3816901" y="417563"/>
                </a:moveTo>
                <a:lnTo>
                  <a:pt x="3816701" y="417696"/>
                </a:lnTo>
                <a:lnTo>
                  <a:pt x="3816874" y="417696"/>
                </a:lnTo>
                <a:lnTo>
                  <a:pt x="3816901" y="417563"/>
                </a:lnTo>
                <a:close/>
              </a:path>
              <a:path w="3843020" h="668654">
                <a:moveTo>
                  <a:pt x="3817421" y="416295"/>
                </a:moveTo>
                <a:lnTo>
                  <a:pt x="3816168" y="416295"/>
                </a:lnTo>
                <a:lnTo>
                  <a:pt x="3817173" y="417229"/>
                </a:lnTo>
                <a:lnTo>
                  <a:pt x="3817034" y="417229"/>
                </a:lnTo>
                <a:lnTo>
                  <a:pt x="3817234" y="416896"/>
                </a:lnTo>
                <a:lnTo>
                  <a:pt x="3817338" y="416562"/>
                </a:lnTo>
                <a:lnTo>
                  <a:pt x="3817421" y="416295"/>
                </a:lnTo>
                <a:close/>
              </a:path>
              <a:path w="3843020" h="668654">
                <a:moveTo>
                  <a:pt x="3598704" y="7350"/>
                </a:moveTo>
                <a:lnTo>
                  <a:pt x="3545343" y="8040"/>
                </a:lnTo>
                <a:lnTo>
                  <a:pt x="3385242" y="12635"/>
                </a:lnTo>
                <a:lnTo>
                  <a:pt x="3332214" y="13542"/>
                </a:lnTo>
                <a:lnTo>
                  <a:pt x="2779751" y="16521"/>
                </a:lnTo>
                <a:lnTo>
                  <a:pt x="3743840" y="16521"/>
                </a:lnTo>
                <a:lnTo>
                  <a:pt x="3740302" y="15108"/>
                </a:lnTo>
                <a:lnTo>
                  <a:pt x="3704794" y="9873"/>
                </a:lnTo>
                <a:lnTo>
                  <a:pt x="3651889" y="7815"/>
                </a:lnTo>
                <a:lnTo>
                  <a:pt x="3598704" y="7350"/>
                </a:lnTo>
                <a:close/>
              </a:path>
            </a:pathLst>
          </a:custGeom>
          <a:solidFill>
            <a:srgbClr val="995DB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6383" y="2610142"/>
            <a:ext cx="3815962" cy="687972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6674174" y="3699377"/>
            <a:ext cx="3761740" cy="627380"/>
          </a:xfrm>
          <a:custGeom>
            <a:avLst/>
            <a:gdLst/>
            <a:ahLst/>
            <a:cxnLst/>
            <a:rect l="l" t="t" r="r" b="b"/>
            <a:pathLst>
              <a:path w="3761740" h="627379">
                <a:moveTo>
                  <a:pt x="141862" y="10787"/>
                </a:moveTo>
                <a:lnTo>
                  <a:pt x="94217" y="11649"/>
                </a:lnTo>
                <a:lnTo>
                  <a:pt x="54010" y="22600"/>
                </a:lnTo>
                <a:lnTo>
                  <a:pt x="15497" y="85005"/>
                </a:lnTo>
                <a:lnTo>
                  <a:pt x="9437" y="125864"/>
                </a:lnTo>
                <a:lnTo>
                  <a:pt x="5534" y="173946"/>
                </a:lnTo>
                <a:lnTo>
                  <a:pt x="2659" y="222072"/>
                </a:lnTo>
                <a:lnTo>
                  <a:pt x="812" y="270228"/>
                </a:lnTo>
                <a:lnTo>
                  <a:pt x="0" y="317943"/>
                </a:lnTo>
                <a:lnTo>
                  <a:pt x="199" y="366568"/>
                </a:lnTo>
                <a:lnTo>
                  <a:pt x="1433" y="414722"/>
                </a:lnTo>
                <a:lnTo>
                  <a:pt x="3694" y="462845"/>
                </a:lnTo>
                <a:lnTo>
                  <a:pt x="6982" y="510921"/>
                </a:lnTo>
                <a:lnTo>
                  <a:pt x="11296" y="558935"/>
                </a:lnTo>
                <a:lnTo>
                  <a:pt x="16635" y="606873"/>
                </a:lnTo>
                <a:lnTo>
                  <a:pt x="29177" y="627109"/>
                </a:lnTo>
                <a:lnTo>
                  <a:pt x="50627" y="620807"/>
                </a:lnTo>
                <a:lnTo>
                  <a:pt x="70218" y="599133"/>
                </a:lnTo>
                <a:lnTo>
                  <a:pt x="77181" y="573249"/>
                </a:lnTo>
                <a:lnTo>
                  <a:pt x="71481" y="522334"/>
                </a:lnTo>
                <a:lnTo>
                  <a:pt x="66948" y="471327"/>
                </a:lnTo>
                <a:lnTo>
                  <a:pt x="63583" y="420246"/>
                </a:lnTo>
                <a:lnTo>
                  <a:pt x="61387" y="369112"/>
                </a:lnTo>
                <a:lnTo>
                  <a:pt x="60370" y="318399"/>
                </a:lnTo>
                <a:lnTo>
                  <a:pt x="60494" y="270228"/>
                </a:lnTo>
                <a:lnTo>
                  <a:pt x="61818" y="215580"/>
                </a:lnTo>
                <a:lnTo>
                  <a:pt x="64304" y="164425"/>
                </a:lnTo>
                <a:lnTo>
                  <a:pt x="68303" y="132877"/>
                </a:lnTo>
                <a:lnTo>
                  <a:pt x="71165" y="109852"/>
                </a:lnTo>
                <a:lnTo>
                  <a:pt x="73098" y="90231"/>
                </a:lnTo>
                <a:lnTo>
                  <a:pt x="73207" y="89124"/>
                </a:lnTo>
                <a:lnTo>
                  <a:pt x="73262" y="88571"/>
                </a:lnTo>
                <a:lnTo>
                  <a:pt x="3736290" y="88571"/>
                </a:lnTo>
                <a:lnTo>
                  <a:pt x="3738157" y="87202"/>
                </a:lnTo>
                <a:lnTo>
                  <a:pt x="3754486" y="65279"/>
                </a:lnTo>
                <a:lnTo>
                  <a:pt x="3760694" y="44339"/>
                </a:lnTo>
                <a:lnTo>
                  <a:pt x="3507552" y="44339"/>
                </a:lnTo>
                <a:lnTo>
                  <a:pt x="3463262" y="40739"/>
                </a:lnTo>
                <a:lnTo>
                  <a:pt x="3375133" y="32837"/>
                </a:lnTo>
                <a:lnTo>
                  <a:pt x="3331593" y="30063"/>
                </a:lnTo>
                <a:lnTo>
                  <a:pt x="3279313" y="28015"/>
                </a:lnTo>
                <a:lnTo>
                  <a:pt x="3175449" y="25593"/>
                </a:lnTo>
                <a:lnTo>
                  <a:pt x="3175936" y="25593"/>
                </a:lnTo>
                <a:lnTo>
                  <a:pt x="3001680" y="24471"/>
                </a:lnTo>
                <a:lnTo>
                  <a:pt x="285563" y="12362"/>
                </a:lnTo>
                <a:lnTo>
                  <a:pt x="240093" y="11649"/>
                </a:lnTo>
                <a:lnTo>
                  <a:pt x="240347" y="11649"/>
                </a:lnTo>
                <a:lnTo>
                  <a:pt x="189706" y="10930"/>
                </a:lnTo>
                <a:lnTo>
                  <a:pt x="141862" y="10787"/>
                </a:lnTo>
                <a:close/>
              </a:path>
              <a:path w="3761740" h="627379">
                <a:moveTo>
                  <a:pt x="3736290" y="88571"/>
                </a:moveTo>
                <a:lnTo>
                  <a:pt x="161241" y="88571"/>
                </a:lnTo>
                <a:lnTo>
                  <a:pt x="2844907" y="100646"/>
                </a:lnTo>
                <a:lnTo>
                  <a:pt x="3001009" y="100980"/>
                </a:lnTo>
                <a:lnTo>
                  <a:pt x="3145281" y="102158"/>
                </a:lnTo>
                <a:lnTo>
                  <a:pt x="3245380" y="104534"/>
                </a:lnTo>
                <a:lnTo>
                  <a:pt x="3295402" y="106450"/>
                </a:lnTo>
                <a:lnTo>
                  <a:pt x="3342402" y="109340"/>
                </a:lnTo>
                <a:lnTo>
                  <a:pt x="3437869" y="117750"/>
                </a:lnTo>
                <a:lnTo>
                  <a:pt x="3485938" y="121472"/>
                </a:lnTo>
                <a:lnTo>
                  <a:pt x="3533963" y="123675"/>
                </a:lnTo>
                <a:lnTo>
                  <a:pt x="3581744" y="123460"/>
                </a:lnTo>
                <a:lnTo>
                  <a:pt x="3629084" y="119926"/>
                </a:lnTo>
                <a:lnTo>
                  <a:pt x="3675780" y="112177"/>
                </a:lnTo>
                <a:lnTo>
                  <a:pt x="3721635" y="99312"/>
                </a:lnTo>
                <a:lnTo>
                  <a:pt x="3736290" y="88571"/>
                </a:lnTo>
                <a:close/>
              </a:path>
              <a:path w="3761740" h="627379">
                <a:moveTo>
                  <a:pt x="105254" y="88571"/>
                </a:moveTo>
                <a:lnTo>
                  <a:pt x="73262" y="88571"/>
                </a:lnTo>
                <a:lnTo>
                  <a:pt x="80139" y="90231"/>
                </a:lnTo>
                <a:lnTo>
                  <a:pt x="88748" y="90047"/>
                </a:lnTo>
                <a:lnTo>
                  <a:pt x="97612" y="89124"/>
                </a:lnTo>
                <a:lnTo>
                  <a:pt x="105254" y="88571"/>
                </a:lnTo>
                <a:close/>
              </a:path>
              <a:path w="3761740" h="627379">
                <a:moveTo>
                  <a:pt x="3645311" y="0"/>
                </a:moveTo>
                <a:lnTo>
                  <a:pt x="3591585" y="347"/>
                </a:lnTo>
                <a:lnTo>
                  <a:pt x="3538278" y="9581"/>
                </a:lnTo>
                <a:lnTo>
                  <a:pt x="3507552" y="44339"/>
                </a:lnTo>
                <a:lnTo>
                  <a:pt x="3760694" y="44339"/>
                </a:lnTo>
                <a:lnTo>
                  <a:pt x="3761404" y="41943"/>
                </a:lnTo>
                <a:lnTo>
                  <a:pt x="3749695" y="25593"/>
                </a:lnTo>
                <a:lnTo>
                  <a:pt x="3698375" y="8446"/>
                </a:lnTo>
                <a:lnTo>
                  <a:pt x="3645311" y="0"/>
                </a:lnTo>
                <a:close/>
              </a:path>
            </a:pathLst>
          </a:custGeom>
          <a:solidFill>
            <a:srgbClr val="000000">
              <a:alpha val="19607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09389" y="1570830"/>
            <a:ext cx="3842674" cy="655788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77712" y="315772"/>
            <a:ext cx="4071552" cy="889473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48626" y="3457313"/>
            <a:ext cx="5873918" cy="881662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33980" y="1346138"/>
            <a:ext cx="4097603" cy="863104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-6680483" y="2631351"/>
            <a:ext cx="29564025" cy="630736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629495" y="4575241"/>
            <a:ext cx="3817570" cy="902971"/>
          </a:xfrm>
          <a:prstGeom prst="rect">
            <a:avLst/>
          </a:prstGeom>
        </p:spPr>
      </p:pic>
      <p:grpSp>
        <p:nvGrpSpPr>
          <p:cNvPr id="14" name="object 14" descr=""/>
          <p:cNvGrpSpPr/>
          <p:nvPr/>
        </p:nvGrpSpPr>
        <p:grpSpPr>
          <a:xfrm>
            <a:off x="6743598" y="2407234"/>
            <a:ext cx="643255" cy="149860"/>
            <a:chOff x="6743598" y="2407234"/>
            <a:chExt cx="643255" cy="149860"/>
          </a:xfrm>
        </p:grpSpPr>
        <p:pic>
          <p:nvPicPr>
            <p:cNvPr id="15" name="object 1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43598" y="2430542"/>
              <a:ext cx="223707" cy="124663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91140" y="2407234"/>
              <a:ext cx="302462" cy="149314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317771" y="2435995"/>
              <a:ext cx="68476" cy="118943"/>
            </a:xfrm>
            <a:prstGeom prst="rect">
              <a:avLst/>
            </a:prstGeom>
          </p:spPr>
        </p:pic>
      </p:grpSp>
      <p:pic>
        <p:nvPicPr>
          <p:cNvPr id="18" name="object 18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648787" y="5672354"/>
            <a:ext cx="3782015" cy="887136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2844545" y="3288538"/>
            <a:ext cx="28448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>
                <a:solidFill>
                  <a:srgbClr val="0076A2"/>
                </a:solidFill>
                <a:latin typeface="Times New Roman"/>
                <a:cs typeface="Times New Roman"/>
              </a:rPr>
              <a:t>Justify-Content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844545" y="3288538"/>
            <a:ext cx="22345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>
                <a:solidFill>
                  <a:srgbClr val="0076A2"/>
                </a:solidFill>
                <a:latin typeface="Times New Roman"/>
                <a:cs typeface="Times New Roman"/>
              </a:rPr>
              <a:t>Align-Items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49054" y="4551191"/>
            <a:ext cx="2130292" cy="185815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54265" y="4565295"/>
            <a:ext cx="2133653" cy="1855862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28266" y="2798987"/>
            <a:ext cx="2152056" cy="159281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48382" y="783597"/>
            <a:ext cx="2137440" cy="1555967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7182123" y="490569"/>
            <a:ext cx="1136015" cy="217804"/>
            <a:chOff x="7182123" y="490569"/>
            <a:chExt cx="1136015" cy="217804"/>
          </a:xfrm>
        </p:grpSpPr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82123" y="494531"/>
              <a:ext cx="83131" cy="202456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7286161" y="490569"/>
              <a:ext cx="30480" cy="209550"/>
            </a:xfrm>
            <a:custGeom>
              <a:avLst/>
              <a:gdLst/>
              <a:ahLst/>
              <a:cxnLst/>
              <a:rect l="l" t="t" r="r" b="b"/>
              <a:pathLst>
                <a:path w="30479" h="209550">
                  <a:moveTo>
                    <a:pt x="20026" y="0"/>
                  </a:moveTo>
                  <a:lnTo>
                    <a:pt x="9526" y="0"/>
                  </a:lnTo>
                  <a:lnTo>
                    <a:pt x="5273" y="4199"/>
                  </a:lnTo>
                  <a:lnTo>
                    <a:pt x="5273" y="9508"/>
                  </a:lnTo>
                  <a:lnTo>
                    <a:pt x="864" y="55596"/>
                  </a:lnTo>
                  <a:lnTo>
                    <a:pt x="0" y="102753"/>
                  </a:lnTo>
                  <a:lnTo>
                    <a:pt x="1131" y="150000"/>
                  </a:lnTo>
                  <a:lnTo>
                    <a:pt x="2708" y="203328"/>
                  </a:lnTo>
                  <a:lnTo>
                    <a:pt x="8370" y="208954"/>
                  </a:lnTo>
                  <a:lnTo>
                    <a:pt x="22323" y="208954"/>
                  </a:lnTo>
                  <a:lnTo>
                    <a:pt x="27985" y="203328"/>
                  </a:lnTo>
                  <a:lnTo>
                    <a:pt x="30265" y="102872"/>
                  </a:lnTo>
                  <a:lnTo>
                    <a:pt x="29080" y="55685"/>
                  </a:lnTo>
                  <a:lnTo>
                    <a:pt x="24279" y="9508"/>
                  </a:lnTo>
                  <a:lnTo>
                    <a:pt x="24279" y="4199"/>
                  </a:lnTo>
                  <a:lnTo>
                    <a:pt x="20026" y="0"/>
                  </a:lnTo>
                  <a:close/>
                </a:path>
              </a:pathLst>
            </a:custGeom>
            <a:solidFill>
              <a:srgbClr val="7E3E9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52382" y="547988"/>
              <a:ext cx="357784" cy="156243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47348" y="514104"/>
              <a:ext cx="352281" cy="194059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23940" y="509953"/>
              <a:ext cx="193694" cy="196919"/>
            </a:xfrm>
            <a:prstGeom prst="rect">
              <a:avLst/>
            </a:prstGeom>
          </p:spPr>
        </p:pic>
      </p:grpSp>
      <p:pic>
        <p:nvPicPr>
          <p:cNvPr id="13" name="object 13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037358" y="790197"/>
            <a:ext cx="2146780" cy="1560254"/>
          </a:xfrm>
          <a:prstGeom prst="rect">
            <a:avLst/>
          </a:prstGeom>
        </p:spPr>
      </p:pic>
      <p:grpSp>
        <p:nvGrpSpPr>
          <p:cNvPr id="14" name="object 14" descr=""/>
          <p:cNvGrpSpPr/>
          <p:nvPr/>
        </p:nvGrpSpPr>
        <p:grpSpPr>
          <a:xfrm>
            <a:off x="9552575" y="503701"/>
            <a:ext cx="1040765" cy="208279"/>
            <a:chOff x="9552575" y="503701"/>
            <a:chExt cx="1040765" cy="208279"/>
          </a:xfrm>
        </p:grpSpPr>
        <p:pic>
          <p:nvPicPr>
            <p:cNvPr id="15" name="object 1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552575" y="503701"/>
              <a:ext cx="91834" cy="202736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9666140" y="505308"/>
              <a:ext cx="31115" cy="199390"/>
            </a:xfrm>
            <a:custGeom>
              <a:avLst/>
              <a:gdLst/>
              <a:ahLst/>
              <a:cxnLst/>
              <a:rect l="l" t="t" r="r" b="b"/>
              <a:pathLst>
                <a:path w="31115" h="199390">
                  <a:moveTo>
                    <a:pt x="2920" y="0"/>
                  </a:moveTo>
                  <a:lnTo>
                    <a:pt x="1573" y="8478"/>
                  </a:lnTo>
                  <a:lnTo>
                    <a:pt x="1811" y="8478"/>
                  </a:lnTo>
                  <a:lnTo>
                    <a:pt x="0" y="29147"/>
                  </a:lnTo>
                  <a:lnTo>
                    <a:pt x="564" y="50039"/>
                  </a:lnTo>
                  <a:lnTo>
                    <a:pt x="3474" y="91838"/>
                  </a:lnTo>
                  <a:lnTo>
                    <a:pt x="4109" y="115610"/>
                  </a:lnTo>
                  <a:lnTo>
                    <a:pt x="4276" y="139382"/>
                  </a:lnTo>
                  <a:lnTo>
                    <a:pt x="3474" y="186925"/>
                  </a:lnTo>
                  <a:lnTo>
                    <a:pt x="7233" y="195828"/>
                  </a:lnTo>
                  <a:lnTo>
                    <a:pt x="30004" y="143331"/>
                  </a:lnTo>
                  <a:lnTo>
                    <a:pt x="30734" y="96572"/>
                  </a:lnTo>
                  <a:lnTo>
                    <a:pt x="27277" y="50378"/>
                  </a:lnTo>
                  <a:lnTo>
                    <a:pt x="16619" y="8478"/>
                  </a:lnTo>
                  <a:lnTo>
                    <a:pt x="14164" y="2297"/>
                  </a:lnTo>
                  <a:close/>
                </a:path>
              </a:pathLst>
            </a:custGeom>
            <a:solidFill>
              <a:srgbClr val="7E3E9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726618" y="562440"/>
              <a:ext cx="133840" cy="143207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881443" y="559270"/>
              <a:ext cx="211670" cy="151505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120994" y="559112"/>
              <a:ext cx="145779" cy="150000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294974" y="559316"/>
              <a:ext cx="128236" cy="147725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452073" y="504119"/>
              <a:ext cx="140954" cy="207329"/>
            </a:xfrm>
            <a:prstGeom prst="rect">
              <a:avLst/>
            </a:prstGeom>
          </p:spPr>
        </p:pic>
      </p:grpSp>
      <p:grpSp>
        <p:nvGrpSpPr>
          <p:cNvPr id="22" name="object 22" descr=""/>
          <p:cNvGrpSpPr/>
          <p:nvPr/>
        </p:nvGrpSpPr>
        <p:grpSpPr>
          <a:xfrm>
            <a:off x="7174363" y="2549367"/>
            <a:ext cx="762635" cy="177165"/>
            <a:chOff x="7174363" y="2549367"/>
            <a:chExt cx="762635" cy="177165"/>
          </a:xfrm>
        </p:grpSpPr>
        <p:pic>
          <p:nvPicPr>
            <p:cNvPr id="23" name="object 23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174363" y="2578851"/>
              <a:ext cx="265692" cy="147358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467898" y="2549367"/>
              <a:ext cx="360116" cy="176674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855812" y="2582432"/>
              <a:ext cx="81086" cy="141419"/>
            </a:xfrm>
            <a:prstGeom prst="rect">
              <a:avLst/>
            </a:prstGeom>
          </p:spPr>
        </p:pic>
      </p:grpSp>
      <p:pic>
        <p:nvPicPr>
          <p:cNvPr id="26" name="object 26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9438057" y="2805907"/>
            <a:ext cx="2143469" cy="1556059"/>
          </a:xfrm>
          <a:prstGeom prst="rect">
            <a:avLst/>
          </a:prstGeom>
        </p:spPr>
      </p:pic>
      <p:grpSp>
        <p:nvGrpSpPr>
          <p:cNvPr id="27" name="object 27" descr=""/>
          <p:cNvGrpSpPr/>
          <p:nvPr/>
        </p:nvGrpSpPr>
        <p:grpSpPr>
          <a:xfrm>
            <a:off x="9562407" y="2526149"/>
            <a:ext cx="874394" cy="211454"/>
            <a:chOff x="9562407" y="2526149"/>
            <a:chExt cx="874394" cy="211454"/>
          </a:xfrm>
        </p:grpSpPr>
        <p:sp>
          <p:nvSpPr>
            <p:cNvPr id="28" name="object 28" descr=""/>
            <p:cNvSpPr/>
            <p:nvPr/>
          </p:nvSpPr>
          <p:spPr>
            <a:xfrm>
              <a:off x="9562402" y="2541917"/>
              <a:ext cx="571500" cy="191135"/>
            </a:xfrm>
            <a:custGeom>
              <a:avLst/>
              <a:gdLst/>
              <a:ahLst/>
              <a:cxnLst/>
              <a:rect l="l" t="t" r="r" b="b"/>
              <a:pathLst>
                <a:path w="571500" h="191135">
                  <a:moveTo>
                    <a:pt x="113322" y="150406"/>
                  </a:moveTo>
                  <a:lnTo>
                    <a:pt x="95478" y="111340"/>
                  </a:lnTo>
                  <a:lnTo>
                    <a:pt x="64858" y="97599"/>
                  </a:lnTo>
                  <a:lnTo>
                    <a:pt x="52628" y="93637"/>
                  </a:lnTo>
                  <a:lnTo>
                    <a:pt x="42595" y="87807"/>
                  </a:lnTo>
                  <a:lnTo>
                    <a:pt x="35623" y="76530"/>
                  </a:lnTo>
                  <a:lnTo>
                    <a:pt x="38366" y="66306"/>
                  </a:lnTo>
                  <a:lnTo>
                    <a:pt x="47663" y="58394"/>
                  </a:lnTo>
                  <a:lnTo>
                    <a:pt x="60325" y="54127"/>
                  </a:lnTo>
                  <a:lnTo>
                    <a:pt x="68427" y="54965"/>
                  </a:lnTo>
                  <a:lnTo>
                    <a:pt x="76263" y="58445"/>
                  </a:lnTo>
                  <a:lnTo>
                    <a:pt x="83781" y="62458"/>
                  </a:lnTo>
                  <a:lnTo>
                    <a:pt x="90893" y="64909"/>
                  </a:lnTo>
                  <a:lnTo>
                    <a:pt x="94221" y="65455"/>
                  </a:lnTo>
                  <a:lnTo>
                    <a:pt x="99847" y="67919"/>
                  </a:lnTo>
                  <a:lnTo>
                    <a:pt x="102298" y="64033"/>
                  </a:lnTo>
                  <a:lnTo>
                    <a:pt x="102768" y="64427"/>
                  </a:lnTo>
                  <a:lnTo>
                    <a:pt x="106578" y="58242"/>
                  </a:lnTo>
                  <a:lnTo>
                    <a:pt x="105943" y="53492"/>
                  </a:lnTo>
                  <a:lnTo>
                    <a:pt x="102857" y="50482"/>
                  </a:lnTo>
                  <a:lnTo>
                    <a:pt x="76758" y="33680"/>
                  </a:lnTo>
                  <a:lnTo>
                    <a:pt x="46494" y="30568"/>
                  </a:lnTo>
                  <a:lnTo>
                    <a:pt x="21755" y="42887"/>
                  </a:lnTo>
                  <a:lnTo>
                    <a:pt x="12179" y="72351"/>
                  </a:lnTo>
                  <a:lnTo>
                    <a:pt x="14566" y="86042"/>
                  </a:lnTo>
                  <a:lnTo>
                    <a:pt x="20967" y="98031"/>
                  </a:lnTo>
                  <a:lnTo>
                    <a:pt x="30759" y="107454"/>
                  </a:lnTo>
                  <a:lnTo>
                    <a:pt x="43307" y="113474"/>
                  </a:lnTo>
                  <a:lnTo>
                    <a:pt x="56045" y="117602"/>
                  </a:lnTo>
                  <a:lnTo>
                    <a:pt x="70497" y="122694"/>
                  </a:lnTo>
                  <a:lnTo>
                    <a:pt x="82880" y="130302"/>
                  </a:lnTo>
                  <a:lnTo>
                    <a:pt x="89395" y="141998"/>
                  </a:lnTo>
                  <a:lnTo>
                    <a:pt x="82842" y="159702"/>
                  </a:lnTo>
                  <a:lnTo>
                    <a:pt x="62699" y="165950"/>
                  </a:lnTo>
                  <a:lnTo>
                    <a:pt x="39446" y="163017"/>
                  </a:lnTo>
                  <a:lnTo>
                    <a:pt x="14859" y="147688"/>
                  </a:lnTo>
                  <a:lnTo>
                    <a:pt x="5651" y="149707"/>
                  </a:lnTo>
                  <a:lnTo>
                    <a:pt x="0" y="156629"/>
                  </a:lnTo>
                  <a:lnTo>
                    <a:pt x="1968" y="165849"/>
                  </a:lnTo>
                  <a:lnTo>
                    <a:pt x="18465" y="181368"/>
                  </a:lnTo>
                  <a:lnTo>
                    <a:pt x="37998" y="189242"/>
                  </a:lnTo>
                  <a:lnTo>
                    <a:pt x="59499" y="190360"/>
                  </a:lnTo>
                  <a:lnTo>
                    <a:pt x="81864" y="185585"/>
                  </a:lnTo>
                  <a:lnTo>
                    <a:pt x="97853" y="177558"/>
                  </a:lnTo>
                  <a:lnTo>
                    <a:pt x="108737" y="165671"/>
                  </a:lnTo>
                  <a:lnTo>
                    <a:pt x="113322" y="150406"/>
                  </a:lnTo>
                  <a:close/>
                </a:path>
                <a:path w="571500" h="191135">
                  <a:moveTo>
                    <a:pt x="222427" y="59042"/>
                  </a:moveTo>
                  <a:lnTo>
                    <a:pt x="190982" y="43383"/>
                  </a:lnTo>
                  <a:lnTo>
                    <a:pt x="181749" y="43522"/>
                  </a:lnTo>
                  <a:lnTo>
                    <a:pt x="181800" y="37871"/>
                  </a:lnTo>
                  <a:lnTo>
                    <a:pt x="180162" y="20548"/>
                  </a:lnTo>
                  <a:lnTo>
                    <a:pt x="175628" y="4445"/>
                  </a:lnTo>
                  <a:lnTo>
                    <a:pt x="171069" y="0"/>
                  </a:lnTo>
                  <a:lnTo>
                    <a:pt x="165328" y="698"/>
                  </a:lnTo>
                  <a:lnTo>
                    <a:pt x="160655" y="5003"/>
                  </a:lnTo>
                  <a:lnTo>
                    <a:pt x="159308" y="11341"/>
                  </a:lnTo>
                  <a:lnTo>
                    <a:pt x="161391" y="34340"/>
                  </a:lnTo>
                  <a:lnTo>
                    <a:pt x="161366" y="43027"/>
                  </a:lnTo>
                  <a:lnTo>
                    <a:pt x="159105" y="42849"/>
                  </a:lnTo>
                  <a:lnTo>
                    <a:pt x="149898" y="42545"/>
                  </a:lnTo>
                  <a:lnTo>
                    <a:pt x="141185" y="43980"/>
                  </a:lnTo>
                  <a:lnTo>
                    <a:pt x="133819" y="48577"/>
                  </a:lnTo>
                  <a:lnTo>
                    <a:pt x="132549" y="49923"/>
                  </a:lnTo>
                  <a:lnTo>
                    <a:pt x="132232" y="51993"/>
                  </a:lnTo>
                  <a:lnTo>
                    <a:pt x="133184" y="53657"/>
                  </a:lnTo>
                  <a:lnTo>
                    <a:pt x="139217" y="59905"/>
                  </a:lnTo>
                  <a:lnTo>
                    <a:pt x="147294" y="63246"/>
                  </a:lnTo>
                  <a:lnTo>
                    <a:pt x="156298" y="64833"/>
                  </a:lnTo>
                  <a:lnTo>
                    <a:pt x="160947" y="65341"/>
                  </a:lnTo>
                  <a:lnTo>
                    <a:pt x="158762" y="105003"/>
                  </a:lnTo>
                  <a:lnTo>
                    <a:pt x="156032" y="137947"/>
                  </a:lnTo>
                  <a:lnTo>
                    <a:pt x="156375" y="154901"/>
                  </a:lnTo>
                  <a:lnTo>
                    <a:pt x="160185" y="170294"/>
                  </a:lnTo>
                  <a:lnTo>
                    <a:pt x="171805" y="184531"/>
                  </a:lnTo>
                  <a:lnTo>
                    <a:pt x="186778" y="187325"/>
                  </a:lnTo>
                  <a:lnTo>
                    <a:pt x="202222" y="181216"/>
                  </a:lnTo>
                  <a:lnTo>
                    <a:pt x="215214" y="168706"/>
                  </a:lnTo>
                  <a:lnTo>
                    <a:pt x="216827" y="161467"/>
                  </a:lnTo>
                  <a:lnTo>
                    <a:pt x="212623" y="155435"/>
                  </a:lnTo>
                  <a:lnTo>
                    <a:pt x="205486" y="152793"/>
                  </a:lnTo>
                  <a:lnTo>
                    <a:pt x="198272" y="155714"/>
                  </a:lnTo>
                  <a:lnTo>
                    <a:pt x="186042" y="159207"/>
                  </a:lnTo>
                  <a:lnTo>
                    <a:pt x="180746" y="144881"/>
                  </a:lnTo>
                  <a:lnTo>
                    <a:pt x="179616" y="126034"/>
                  </a:lnTo>
                  <a:lnTo>
                    <a:pt x="181559" y="72199"/>
                  </a:lnTo>
                  <a:lnTo>
                    <a:pt x="181584" y="67919"/>
                  </a:lnTo>
                  <a:lnTo>
                    <a:pt x="189496" y="68821"/>
                  </a:lnTo>
                  <a:lnTo>
                    <a:pt x="201803" y="69075"/>
                  </a:lnTo>
                  <a:lnTo>
                    <a:pt x="213474" y="67119"/>
                  </a:lnTo>
                  <a:lnTo>
                    <a:pt x="219252" y="65227"/>
                  </a:lnTo>
                  <a:lnTo>
                    <a:pt x="222427" y="59042"/>
                  </a:lnTo>
                  <a:close/>
                </a:path>
                <a:path w="571500" h="191135">
                  <a:moveTo>
                    <a:pt x="324345" y="57619"/>
                  </a:moveTo>
                  <a:lnTo>
                    <a:pt x="321729" y="49377"/>
                  </a:lnTo>
                  <a:lnTo>
                    <a:pt x="320141" y="47231"/>
                  </a:lnTo>
                  <a:lnTo>
                    <a:pt x="317931" y="45885"/>
                  </a:lnTo>
                  <a:lnTo>
                    <a:pt x="307009" y="41884"/>
                  </a:lnTo>
                  <a:lnTo>
                    <a:pt x="295033" y="42989"/>
                  </a:lnTo>
                  <a:lnTo>
                    <a:pt x="283400" y="47459"/>
                  </a:lnTo>
                  <a:lnTo>
                    <a:pt x="273507" y="53568"/>
                  </a:lnTo>
                  <a:lnTo>
                    <a:pt x="265633" y="59956"/>
                  </a:lnTo>
                  <a:lnTo>
                    <a:pt x="265252" y="60350"/>
                  </a:lnTo>
                  <a:lnTo>
                    <a:pt x="254342" y="43192"/>
                  </a:lnTo>
                  <a:lnTo>
                    <a:pt x="247370" y="43192"/>
                  </a:lnTo>
                  <a:lnTo>
                    <a:pt x="243090" y="47472"/>
                  </a:lnTo>
                  <a:lnTo>
                    <a:pt x="243090" y="52705"/>
                  </a:lnTo>
                  <a:lnTo>
                    <a:pt x="241325" y="84264"/>
                  </a:lnTo>
                  <a:lnTo>
                    <a:pt x="241414" y="105511"/>
                  </a:lnTo>
                  <a:lnTo>
                    <a:pt x="241452" y="116154"/>
                  </a:lnTo>
                  <a:lnTo>
                    <a:pt x="241846" y="148132"/>
                  </a:lnTo>
                  <a:lnTo>
                    <a:pt x="240906" y="178854"/>
                  </a:lnTo>
                  <a:lnTo>
                    <a:pt x="240880" y="179959"/>
                  </a:lnTo>
                  <a:lnTo>
                    <a:pt x="245846" y="190169"/>
                  </a:lnTo>
                  <a:lnTo>
                    <a:pt x="256946" y="190766"/>
                  </a:lnTo>
                  <a:lnTo>
                    <a:pt x="265264" y="183807"/>
                  </a:lnTo>
                  <a:lnTo>
                    <a:pt x="263918" y="178854"/>
                  </a:lnTo>
                  <a:lnTo>
                    <a:pt x="265899" y="179959"/>
                  </a:lnTo>
                  <a:lnTo>
                    <a:pt x="266903" y="166649"/>
                  </a:lnTo>
                  <a:lnTo>
                    <a:pt x="266954" y="166090"/>
                  </a:lnTo>
                  <a:lnTo>
                    <a:pt x="268058" y="151460"/>
                  </a:lnTo>
                  <a:lnTo>
                    <a:pt x="269798" y="105511"/>
                  </a:lnTo>
                  <a:lnTo>
                    <a:pt x="268516" y="87845"/>
                  </a:lnTo>
                  <a:lnTo>
                    <a:pt x="273202" y="84810"/>
                  </a:lnTo>
                  <a:lnTo>
                    <a:pt x="278917" y="80467"/>
                  </a:lnTo>
                  <a:lnTo>
                    <a:pt x="284276" y="75679"/>
                  </a:lnTo>
                  <a:lnTo>
                    <a:pt x="288150" y="72593"/>
                  </a:lnTo>
                  <a:lnTo>
                    <a:pt x="292506" y="70129"/>
                  </a:lnTo>
                  <a:lnTo>
                    <a:pt x="297103" y="68389"/>
                  </a:lnTo>
                  <a:lnTo>
                    <a:pt x="303199" y="66408"/>
                  </a:lnTo>
                  <a:lnTo>
                    <a:pt x="309295" y="67830"/>
                  </a:lnTo>
                  <a:lnTo>
                    <a:pt x="315315" y="65532"/>
                  </a:lnTo>
                  <a:lnTo>
                    <a:pt x="321094" y="63792"/>
                  </a:lnTo>
                  <a:lnTo>
                    <a:pt x="324345" y="57619"/>
                  </a:lnTo>
                  <a:close/>
                </a:path>
                <a:path w="571500" h="191135">
                  <a:moveTo>
                    <a:pt x="470979" y="108165"/>
                  </a:moveTo>
                  <a:lnTo>
                    <a:pt x="468604" y="82130"/>
                  </a:lnTo>
                  <a:lnTo>
                    <a:pt x="459333" y="60629"/>
                  </a:lnTo>
                  <a:lnTo>
                    <a:pt x="458571" y="58851"/>
                  </a:lnTo>
                  <a:lnTo>
                    <a:pt x="443204" y="44107"/>
                  </a:lnTo>
                  <a:lnTo>
                    <a:pt x="443204" y="94373"/>
                  </a:lnTo>
                  <a:lnTo>
                    <a:pt x="425183" y="93865"/>
                  </a:lnTo>
                  <a:lnTo>
                    <a:pt x="407847" y="93865"/>
                  </a:lnTo>
                  <a:lnTo>
                    <a:pt x="384898" y="94411"/>
                  </a:lnTo>
                  <a:lnTo>
                    <a:pt x="387426" y="94411"/>
                  </a:lnTo>
                  <a:lnTo>
                    <a:pt x="380123" y="94678"/>
                  </a:lnTo>
                  <a:lnTo>
                    <a:pt x="367245" y="95681"/>
                  </a:lnTo>
                  <a:lnTo>
                    <a:pt x="357746" y="97726"/>
                  </a:lnTo>
                  <a:lnTo>
                    <a:pt x="360972" y="86995"/>
                  </a:lnTo>
                  <a:lnTo>
                    <a:pt x="371449" y="73355"/>
                  </a:lnTo>
                  <a:lnTo>
                    <a:pt x="386003" y="64173"/>
                  </a:lnTo>
                  <a:lnTo>
                    <a:pt x="403377" y="60629"/>
                  </a:lnTo>
                  <a:lnTo>
                    <a:pt x="422046" y="63461"/>
                  </a:lnTo>
                  <a:lnTo>
                    <a:pt x="435229" y="73355"/>
                  </a:lnTo>
                  <a:lnTo>
                    <a:pt x="442722" y="88747"/>
                  </a:lnTo>
                  <a:lnTo>
                    <a:pt x="443166" y="93865"/>
                  </a:lnTo>
                  <a:lnTo>
                    <a:pt x="443204" y="94373"/>
                  </a:lnTo>
                  <a:lnTo>
                    <a:pt x="443204" y="44107"/>
                  </a:lnTo>
                  <a:lnTo>
                    <a:pt x="441147" y="42125"/>
                  </a:lnTo>
                  <a:lnTo>
                    <a:pt x="416521" y="35585"/>
                  </a:lnTo>
                  <a:lnTo>
                    <a:pt x="389483" y="38608"/>
                  </a:lnTo>
                  <a:lnTo>
                    <a:pt x="365810" y="48450"/>
                  </a:lnTo>
                  <a:lnTo>
                    <a:pt x="355663" y="57835"/>
                  </a:lnTo>
                  <a:lnTo>
                    <a:pt x="355663" y="119316"/>
                  </a:lnTo>
                  <a:lnTo>
                    <a:pt x="354304" y="119316"/>
                  </a:lnTo>
                  <a:lnTo>
                    <a:pt x="355663" y="119316"/>
                  </a:lnTo>
                  <a:lnTo>
                    <a:pt x="355663" y="57835"/>
                  </a:lnTo>
                  <a:lnTo>
                    <a:pt x="347129" y="65709"/>
                  </a:lnTo>
                  <a:lnTo>
                    <a:pt x="335114" y="90970"/>
                  </a:lnTo>
                  <a:lnTo>
                    <a:pt x="332232" y="113322"/>
                  </a:lnTo>
                  <a:lnTo>
                    <a:pt x="332308" y="115849"/>
                  </a:lnTo>
                  <a:lnTo>
                    <a:pt x="345528" y="159499"/>
                  </a:lnTo>
                  <a:lnTo>
                    <a:pt x="386524" y="185343"/>
                  </a:lnTo>
                  <a:lnTo>
                    <a:pt x="414413" y="187655"/>
                  </a:lnTo>
                  <a:lnTo>
                    <a:pt x="441490" y="182308"/>
                  </a:lnTo>
                  <a:lnTo>
                    <a:pt x="463003" y="168871"/>
                  </a:lnTo>
                  <a:lnTo>
                    <a:pt x="465162" y="163207"/>
                  </a:lnTo>
                  <a:lnTo>
                    <a:pt x="466394" y="159981"/>
                  </a:lnTo>
                  <a:lnTo>
                    <a:pt x="462584" y="152095"/>
                  </a:lnTo>
                  <a:lnTo>
                    <a:pt x="454761" y="148348"/>
                  </a:lnTo>
                  <a:lnTo>
                    <a:pt x="446138" y="151904"/>
                  </a:lnTo>
                  <a:lnTo>
                    <a:pt x="433120" y="159981"/>
                  </a:lnTo>
                  <a:lnTo>
                    <a:pt x="432790" y="159981"/>
                  </a:lnTo>
                  <a:lnTo>
                    <a:pt x="416966" y="163207"/>
                  </a:lnTo>
                  <a:lnTo>
                    <a:pt x="399808" y="162864"/>
                  </a:lnTo>
                  <a:lnTo>
                    <a:pt x="385152" y="159981"/>
                  </a:lnTo>
                  <a:lnTo>
                    <a:pt x="384632" y="159981"/>
                  </a:lnTo>
                  <a:lnTo>
                    <a:pt x="369570" y="151269"/>
                  </a:lnTo>
                  <a:lnTo>
                    <a:pt x="360108" y="137579"/>
                  </a:lnTo>
                  <a:lnTo>
                    <a:pt x="355727" y="121323"/>
                  </a:lnTo>
                  <a:lnTo>
                    <a:pt x="355663" y="119672"/>
                  </a:lnTo>
                  <a:lnTo>
                    <a:pt x="358724" y="119672"/>
                  </a:lnTo>
                  <a:lnTo>
                    <a:pt x="368350" y="120446"/>
                  </a:lnTo>
                  <a:lnTo>
                    <a:pt x="391185" y="119672"/>
                  </a:lnTo>
                  <a:lnTo>
                    <a:pt x="409714" y="119672"/>
                  </a:lnTo>
                  <a:lnTo>
                    <a:pt x="430669" y="120065"/>
                  </a:lnTo>
                  <a:lnTo>
                    <a:pt x="428523" y="120065"/>
                  </a:lnTo>
                  <a:lnTo>
                    <a:pt x="441883" y="120510"/>
                  </a:lnTo>
                  <a:lnTo>
                    <a:pt x="458012" y="121323"/>
                  </a:lnTo>
                  <a:lnTo>
                    <a:pt x="465061" y="121323"/>
                  </a:lnTo>
                  <a:lnTo>
                    <a:pt x="470916" y="115455"/>
                  </a:lnTo>
                  <a:lnTo>
                    <a:pt x="470979" y="108165"/>
                  </a:lnTo>
                  <a:close/>
                </a:path>
                <a:path w="571500" h="191135">
                  <a:moveTo>
                    <a:pt x="571093" y="172351"/>
                  </a:moveTo>
                  <a:lnTo>
                    <a:pt x="570636" y="164312"/>
                  </a:lnTo>
                  <a:lnTo>
                    <a:pt x="564515" y="159092"/>
                  </a:lnTo>
                  <a:lnTo>
                    <a:pt x="556475" y="158280"/>
                  </a:lnTo>
                  <a:lnTo>
                    <a:pt x="550265" y="163474"/>
                  </a:lnTo>
                  <a:lnTo>
                    <a:pt x="544817" y="160274"/>
                  </a:lnTo>
                  <a:lnTo>
                    <a:pt x="541134" y="155384"/>
                  </a:lnTo>
                  <a:lnTo>
                    <a:pt x="539572" y="149466"/>
                  </a:lnTo>
                  <a:lnTo>
                    <a:pt x="540766" y="142316"/>
                  </a:lnTo>
                  <a:lnTo>
                    <a:pt x="542442" y="107162"/>
                  </a:lnTo>
                  <a:lnTo>
                    <a:pt x="542505" y="75133"/>
                  </a:lnTo>
                  <a:lnTo>
                    <a:pt x="541934" y="66319"/>
                  </a:lnTo>
                  <a:lnTo>
                    <a:pt x="542785" y="66319"/>
                  </a:lnTo>
                  <a:lnTo>
                    <a:pt x="556996" y="65773"/>
                  </a:lnTo>
                  <a:lnTo>
                    <a:pt x="562063" y="62052"/>
                  </a:lnTo>
                  <a:lnTo>
                    <a:pt x="564756" y="54762"/>
                  </a:lnTo>
                  <a:lnTo>
                    <a:pt x="566026" y="50088"/>
                  </a:lnTo>
                  <a:lnTo>
                    <a:pt x="564045" y="45173"/>
                  </a:lnTo>
                  <a:lnTo>
                    <a:pt x="559841" y="42722"/>
                  </a:lnTo>
                  <a:lnTo>
                    <a:pt x="551802" y="40005"/>
                  </a:lnTo>
                  <a:lnTo>
                    <a:pt x="542569" y="39611"/>
                  </a:lnTo>
                  <a:lnTo>
                    <a:pt x="539203" y="39865"/>
                  </a:lnTo>
                  <a:lnTo>
                    <a:pt x="537184" y="30581"/>
                  </a:lnTo>
                  <a:lnTo>
                    <a:pt x="535406" y="21018"/>
                  </a:lnTo>
                  <a:lnTo>
                    <a:pt x="535457" y="14909"/>
                  </a:lnTo>
                  <a:lnTo>
                    <a:pt x="536067" y="8712"/>
                  </a:lnTo>
                  <a:lnTo>
                    <a:pt x="533501" y="3213"/>
                  </a:lnTo>
                  <a:lnTo>
                    <a:pt x="528637" y="330"/>
                  </a:lnTo>
                  <a:lnTo>
                    <a:pt x="522579" y="1943"/>
                  </a:lnTo>
                  <a:lnTo>
                    <a:pt x="516064" y="10553"/>
                  </a:lnTo>
                  <a:lnTo>
                    <a:pt x="514591" y="22352"/>
                  </a:lnTo>
                  <a:lnTo>
                    <a:pt x="516509" y="40970"/>
                  </a:lnTo>
                  <a:lnTo>
                    <a:pt x="515937" y="40957"/>
                  </a:lnTo>
                  <a:lnTo>
                    <a:pt x="506679" y="41325"/>
                  </a:lnTo>
                  <a:lnTo>
                    <a:pt x="497611" y="43141"/>
                  </a:lnTo>
                  <a:lnTo>
                    <a:pt x="489610" y="47396"/>
                  </a:lnTo>
                  <a:lnTo>
                    <a:pt x="487235" y="50088"/>
                  </a:lnTo>
                  <a:lnTo>
                    <a:pt x="487235" y="54203"/>
                  </a:lnTo>
                  <a:lnTo>
                    <a:pt x="517296" y="64592"/>
                  </a:lnTo>
                  <a:lnTo>
                    <a:pt x="517410" y="74218"/>
                  </a:lnTo>
                  <a:lnTo>
                    <a:pt x="516483" y="102616"/>
                  </a:lnTo>
                  <a:lnTo>
                    <a:pt x="516077" y="130962"/>
                  </a:lnTo>
                  <a:lnTo>
                    <a:pt x="517956" y="158648"/>
                  </a:lnTo>
                  <a:lnTo>
                    <a:pt x="526008" y="178142"/>
                  </a:lnTo>
                  <a:lnTo>
                    <a:pt x="540905" y="189395"/>
                  </a:lnTo>
                  <a:lnTo>
                    <a:pt x="557606" y="188683"/>
                  </a:lnTo>
                  <a:lnTo>
                    <a:pt x="571093" y="172351"/>
                  </a:lnTo>
                  <a:close/>
                </a:path>
              </a:pathLst>
            </a:custGeom>
            <a:solidFill>
              <a:srgbClr val="7E3E9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157731" y="2578246"/>
              <a:ext cx="117575" cy="149751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307595" y="2526149"/>
              <a:ext cx="129037" cy="2111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Flex</a:t>
            </a:r>
            <a:r>
              <a:rPr dirty="0" spc="-15"/>
              <a:t> </a:t>
            </a:r>
            <a:r>
              <a:rPr dirty="0" spc="-10"/>
              <a:t>Container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668270" y="2026437"/>
            <a:ext cx="7895590" cy="3349625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05"/>
              </a:spcBef>
              <a:buClr>
                <a:srgbClr val="0E6EC5"/>
              </a:buClr>
              <a:buFont typeface="Wingdings"/>
              <a:buChar char=""/>
              <a:tabLst>
                <a:tab pos="354965" algn="l"/>
                <a:tab pos="2593975" algn="l"/>
              </a:tabLst>
            </a:pPr>
            <a:r>
              <a:rPr dirty="0" sz="2800">
                <a:latin typeface="Times New Roman"/>
                <a:cs typeface="Times New Roman"/>
              </a:rPr>
              <a:t>Flex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Direction</a:t>
            </a:r>
            <a:r>
              <a:rPr dirty="0" sz="2800">
                <a:latin typeface="Times New Roman"/>
                <a:cs typeface="Times New Roman"/>
              </a:rPr>
              <a:t>	(row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reverse</a:t>
            </a:r>
            <a:r>
              <a:rPr dirty="0" sz="2800" spc="-5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,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column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reverse)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Clr>
                <a:srgbClr val="0E6EC5"/>
              </a:buClr>
              <a:buFont typeface="Wingdings"/>
              <a:buChar char=""/>
              <a:tabLst>
                <a:tab pos="354965" algn="l"/>
              </a:tabLst>
            </a:pPr>
            <a:r>
              <a:rPr dirty="0" sz="2800">
                <a:latin typeface="Times New Roman"/>
                <a:cs typeface="Times New Roman"/>
              </a:rPr>
              <a:t>Justify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content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(center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,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flex-end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,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flex-start)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0E6EC5"/>
              </a:buClr>
              <a:buFont typeface="Wingdings"/>
              <a:buChar char=""/>
              <a:tabLst>
                <a:tab pos="354965" algn="l"/>
              </a:tabLst>
            </a:pPr>
            <a:r>
              <a:rPr dirty="0" sz="2800" spc="-20">
                <a:latin typeface="Times New Roman"/>
                <a:cs typeface="Times New Roman"/>
              </a:rPr>
              <a:t>Align-</a:t>
            </a:r>
            <a:r>
              <a:rPr dirty="0" sz="2800">
                <a:latin typeface="Times New Roman"/>
                <a:cs typeface="Times New Roman"/>
              </a:rPr>
              <a:t>item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FF0000"/>
                </a:solidFill>
                <a:latin typeface="Times New Roman"/>
                <a:cs typeface="Times New Roman"/>
              </a:rPr>
              <a:t>{vertically}</a:t>
            </a:r>
            <a:r>
              <a:rPr dirty="0" sz="2800" spc="2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(center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,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flex-</a:t>
            </a:r>
            <a:r>
              <a:rPr dirty="0" sz="2800">
                <a:latin typeface="Times New Roman"/>
                <a:cs typeface="Times New Roman"/>
              </a:rPr>
              <a:t>end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,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flex-start)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0E6EC5"/>
              </a:buClr>
              <a:buFont typeface="Wingdings"/>
              <a:buChar char=""/>
              <a:tabLst>
                <a:tab pos="354965" algn="l"/>
              </a:tabLst>
            </a:pPr>
            <a:r>
              <a:rPr dirty="0" sz="2800" spc="-10">
                <a:latin typeface="Times New Roman"/>
                <a:cs typeface="Times New Roman"/>
              </a:rPr>
              <a:t>Justify-</a:t>
            </a:r>
            <a:r>
              <a:rPr dirty="0" sz="2800">
                <a:latin typeface="Times New Roman"/>
                <a:cs typeface="Times New Roman"/>
              </a:rPr>
              <a:t>content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(space-</a:t>
            </a:r>
            <a:r>
              <a:rPr dirty="0" sz="2800">
                <a:latin typeface="Times New Roman"/>
                <a:cs typeface="Times New Roman"/>
              </a:rPr>
              <a:t>between</a:t>
            </a:r>
            <a:r>
              <a:rPr dirty="0" sz="2800" spc="-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,</a:t>
            </a:r>
            <a:r>
              <a:rPr dirty="0" sz="2800" spc="2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space-around)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005"/>
              </a:spcBef>
              <a:buClr>
                <a:srgbClr val="0E6EC5"/>
              </a:buClr>
              <a:buFont typeface="Wingdings"/>
              <a:buChar char=""/>
              <a:tabLst>
                <a:tab pos="354965" algn="l"/>
              </a:tabLst>
            </a:pPr>
            <a:r>
              <a:rPr dirty="0" sz="2800" spc="-20">
                <a:latin typeface="Times New Roman"/>
                <a:cs typeface="Times New Roman"/>
              </a:rPr>
              <a:t>Flex-</a:t>
            </a:r>
            <a:r>
              <a:rPr dirty="0" sz="2800">
                <a:latin typeface="Times New Roman"/>
                <a:cs typeface="Times New Roman"/>
              </a:rPr>
              <a:t>wrap (wrap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,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wrap-reverse)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0E6EC5"/>
              </a:buClr>
              <a:buFont typeface="Wingdings"/>
              <a:buChar char=""/>
              <a:tabLst>
                <a:tab pos="354965" algn="l"/>
              </a:tabLst>
            </a:pPr>
            <a:r>
              <a:rPr dirty="0" sz="2800" spc="-10">
                <a:latin typeface="Times New Roman"/>
                <a:cs typeface="Times New Roman"/>
              </a:rPr>
              <a:t>Flex-</a:t>
            </a:r>
            <a:r>
              <a:rPr dirty="0" sz="2800">
                <a:latin typeface="Times New Roman"/>
                <a:cs typeface="Times New Roman"/>
              </a:rPr>
              <a:t>flow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FF0000"/>
                </a:solidFill>
                <a:latin typeface="Times New Roman"/>
                <a:cs typeface="Times New Roman"/>
              </a:rPr>
              <a:t>(shorthand</a:t>
            </a:r>
            <a:r>
              <a:rPr dirty="0" sz="2800" spc="-6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FF0000"/>
                </a:solidFill>
                <a:latin typeface="Times New Roman"/>
                <a:cs typeface="Times New Roman"/>
              </a:rPr>
              <a:t>property)</a:t>
            </a:r>
            <a:r>
              <a:rPr dirty="0" sz="2800" spc="-2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(wrap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,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column)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Flex</a:t>
            </a:r>
            <a:r>
              <a:rPr dirty="0" spc="-25"/>
              <a:t> </a:t>
            </a:r>
            <a:r>
              <a:rPr dirty="0" spc="-20"/>
              <a:t>Item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668270" y="2026437"/>
            <a:ext cx="3319779" cy="3349625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05"/>
              </a:spcBef>
              <a:buClr>
                <a:srgbClr val="0E6EC5"/>
              </a:buClr>
              <a:buFont typeface="Wingdings"/>
              <a:buChar char=""/>
              <a:tabLst>
                <a:tab pos="354965" algn="l"/>
                <a:tab pos="1985010" algn="l"/>
              </a:tabLst>
            </a:pPr>
            <a:r>
              <a:rPr dirty="0" sz="2800">
                <a:latin typeface="Times New Roman"/>
                <a:cs typeface="Times New Roman"/>
              </a:rPr>
              <a:t>Flex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 spc="-20">
                <a:latin typeface="Times New Roman"/>
                <a:cs typeface="Times New Roman"/>
              </a:rPr>
              <a:t>grow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(number)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Clr>
                <a:srgbClr val="0E6EC5"/>
              </a:buClr>
              <a:buFont typeface="Wingdings"/>
              <a:buChar char=""/>
              <a:tabLst>
                <a:tab pos="354965" algn="l"/>
              </a:tabLst>
            </a:pPr>
            <a:r>
              <a:rPr dirty="0" sz="2800" spc="-20">
                <a:latin typeface="Times New Roman"/>
                <a:cs typeface="Times New Roman"/>
              </a:rPr>
              <a:t>Flex-</a:t>
            </a:r>
            <a:r>
              <a:rPr dirty="0" sz="2800">
                <a:latin typeface="Times New Roman"/>
                <a:cs typeface="Times New Roman"/>
              </a:rPr>
              <a:t>shrink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 spc="-25">
                <a:latin typeface="Times New Roman"/>
                <a:cs typeface="Times New Roman"/>
              </a:rPr>
              <a:t>()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0E6EC5"/>
              </a:buClr>
              <a:buFont typeface="Wingdings"/>
              <a:buChar char=""/>
              <a:tabLst>
                <a:tab pos="354965" algn="l"/>
              </a:tabLst>
            </a:pPr>
            <a:r>
              <a:rPr dirty="0" sz="2800">
                <a:latin typeface="Times New Roman"/>
                <a:cs typeface="Times New Roman"/>
              </a:rPr>
              <a:t>Order</a:t>
            </a:r>
            <a:r>
              <a:rPr dirty="0" sz="2800" spc="-6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(number)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0E6EC5"/>
              </a:buClr>
              <a:buFont typeface="Wingdings"/>
              <a:buChar char=""/>
              <a:tabLst>
                <a:tab pos="354965" algn="l"/>
              </a:tabLst>
            </a:pPr>
            <a:r>
              <a:rPr dirty="0" sz="2800" spc="-20">
                <a:latin typeface="Times New Roman"/>
                <a:cs typeface="Times New Roman"/>
              </a:rPr>
              <a:t>Align-</a:t>
            </a:r>
            <a:r>
              <a:rPr dirty="0" sz="2800">
                <a:latin typeface="Times New Roman"/>
                <a:cs typeface="Times New Roman"/>
              </a:rPr>
              <a:t>self</a:t>
            </a:r>
            <a:r>
              <a:rPr dirty="0" sz="2800" spc="4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(center)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45"/>
              </a:spcBef>
              <a:buClr>
                <a:srgbClr val="0E6EC5"/>
              </a:buClr>
              <a:buFont typeface="Wingdings"/>
              <a:buChar char=""/>
            </a:pP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0E6EC5"/>
              </a:buClr>
              <a:buFont typeface="Wingdings"/>
              <a:buChar char=""/>
              <a:tabLst>
                <a:tab pos="354965" algn="l"/>
              </a:tabLst>
            </a:pPr>
            <a:r>
              <a:rPr dirty="0" sz="2800" spc="-10">
                <a:solidFill>
                  <a:srgbClr val="FF0000"/>
                </a:solidFill>
                <a:latin typeface="Times New Roman"/>
                <a:cs typeface="Times New Roman"/>
              </a:rPr>
              <a:t>Flex-</a:t>
            </a:r>
            <a:r>
              <a:rPr dirty="0" sz="2800">
                <a:solidFill>
                  <a:srgbClr val="FF0000"/>
                </a:solidFill>
                <a:latin typeface="Times New Roman"/>
                <a:cs typeface="Times New Roman"/>
              </a:rPr>
              <a:t>Box</a:t>
            </a:r>
            <a:r>
              <a:rPr dirty="0" sz="2800" spc="3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FF0000"/>
                </a:solidFill>
                <a:latin typeface="Times New Roman"/>
                <a:cs typeface="Times New Roman"/>
              </a:rPr>
              <a:t>Froggy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Abdul Hanan Rana</dc:creator>
  <dcterms:created xsi:type="dcterms:W3CDTF">2025-08-17T04:18:48Z</dcterms:created>
  <dcterms:modified xsi:type="dcterms:W3CDTF">2025-08-17T04:18:48Z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2024-09-05T00:00:00Z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2025-08-17T00:00:00Z</vt:filetime>
  </property>
  <property fmtid="{D5CDD505-2E9C-101B-9397-08002B2CF9AE}" pid="5" name="Producer">
    <vt:lpwstr>Microsoft® PowerPoint® LTSC</vt:lpwstr>
  </property>
</Properties>
</file>